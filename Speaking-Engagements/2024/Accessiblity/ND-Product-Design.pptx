
<file path=[Content_Types].xml><?xml version="1.0" encoding="utf-8"?>
<Types xmlns="http://schemas.openxmlformats.org/package/2006/content-types">
  <Default Extension="fntdata" ContentType="application/x-fontdata"/>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8" r:id="rId1"/>
  </p:sldMasterIdLst>
  <p:notesMasterIdLst>
    <p:notesMasterId r:id="rId52"/>
  </p:notesMasterIdLst>
  <p:sldIdLst>
    <p:sldId id="260" r:id="rId2"/>
    <p:sldId id="372" r:id="rId3"/>
    <p:sldId id="384" r:id="rId4"/>
    <p:sldId id="364" r:id="rId5"/>
    <p:sldId id="371" r:id="rId6"/>
    <p:sldId id="323" r:id="rId7"/>
    <p:sldId id="370" r:id="rId8"/>
    <p:sldId id="374" r:id="rId9"/>
    <p:sldId id="324" r:id="rId10"/>
    <p:sldId id="377" r:id="rId11"/>
    <p:sldId id="352" r:id="rId12"/>
    <p:sldId id="325" r:id="rId13"/>
    <p:sldId id="327" r:id="rId14"/>
    <p:sldId id="349" r:id="rId15"/>
    <p:sldId id="278" r:id="rId16"/>
    <p:sldId id="330" r:id="rId17"/>
    <p:sldId id="373" r:id="rId18"/>
    <p:sldId id="332" r:id="rId19"/>
    <p:sldId id="334" r:id="rId20"/>
    <p:sldId id="279" r:id="rId21"/>
    <p:sldId id="271" r:id="rId22"/>
    <p:sldId id="326" r:id="rId23"/>
    <p:sldId id="376" r:id="rId24"/>
    <p:sldId id="375" r:id="rId25"/>
    <p:sldId id="336" r:id="rId26"/>
    <p:sldId id="346" r:id="rId27"/>
    <p:sldId id="335" r:id="rId28"/>
    <p:sldId id="378" r:id="rId29"/>
    <p:sldId id="347" r:id="rId30"/>
    <p:sldId id="337" r:id="rId31"/>
    <p:sldId id="380" r:id="rId32"/>
    <p:sldId id="338" r:id="rId33"/>
    <p:sldId id="333" r:id="rId34"/>
    <p:sldId id="348" r:id="rId35"/>
    <p:sldId id="381" r:id="rId36"/>
    <p:sldId id="383" r:id="rId37"/>
    <p:sldId id="382" r:id="rId38"/>
    <p:sldId id="345" r:id="rId39"/>
    <p:sldId id="339" r:id="rId40"/>
    <p:sldId id="340" r:id="rId41"/>
    <p:sldId id="341" r:id="rId42"/>
    <p:sldId id="368" r:id="rId43"/>
    <p:sldId id="367" r:id="rId44"/>
    <p:sldId id="366" r:id="rId45"/>
    <p:sldId id="342" r:id="rId46"/>
    <p:sldId id="379" r:id="rId47"/>
    <p:sldId id="365" r:id="rId48"/>
    <p:sldId id="343" r:id="rId49"/>
    <p:sldId id="385" r:id="rId50"/>
    <p:sldId id="344" r:id="rId51"/>
  </p:sldIdLst>
  <p:sldSz cx="9144000" cy="5143500" type="screen16x9"/>
  <p:notesSz cx="6858000" cy="9144000"/>
  <p:embeddedFontLst>
    <p:embeddedFont>
      <p:font typeface="Google Sans" panose="020B0604020202020204" charset="0"/>
      <p:regular r:id="rId53"/>
      <p:bold r:id="rId54"/>
      <p:italic r:id="rId55"/>
      <p:boldItalic r:id="rId56"/>
    </p:embeddedFont>
    <p:embeddedFont>
      <p:font typeface="Merriweather" panose="00000500000000000000" pitchFamily="2" charset="0"/>
      <p:regular r:id="rId57"/>
      <p:bold r:id="rId58"/>
      <p:italic r:id="rId59"/>
      <p:boldItalic r:id="rId60"/>
    </p:embeddedFont>
    <p:embeddedFont>
      <p:font typeface="open sans" panose="020B0606030504020204" pitchFamily="34" charset="0"/>
      <p:regular r:id="rId61"/>
      <p:bold r:id="rId62"/>
      <p:italic r:id="rId63"/>
      <p:boldItalic r:id="rId64"/>
    </p:embeddedFont>
    <p:embeddedFont>
      <p:font typeface="Roboto Mono Light" panose="00000009000000000000" pitchFamily="49" charset="0"/>
      <p:regular r:id="rId65"/>
      <p:bold r:id="rId66"/>
      <p:italic r:id="rId67"/>
      <p:boldItalic r:id="rId6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38" d="100"/>
          <a:sy n="138" d="100"/>
        </p:scale>
        <p:origin x="834" y="120"/>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font" Target="fonts/font11.fntdata"/><Relationship Id="rId68" Type="http://schemas.openxmlformats.org/officeDocument/2006/relationships/font" Target="fonts/font16.fntdata"/><Relationship Id="rId7" Type="http://schemas.openxmlformats.org/officeDocument/2006/relationships/slide" Target="slides/slide6.xml"/><Relationship Id="rId71"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font" Target="fonts/font1.fntdata"/><Relationship Id="rId58" Type="http://schemas.openxmlformats.org/officeDocument/2006/relationships/font" Target="fonts/font6.fntdata"/><Relationship Id="rId66" Type="http://schemas.openxmlformats.org/officeDocument/2006/relationships/font" Target="fonts/font14.fntdata"/><Relationship Id="rId5" Type="http://schemas.openxmlformats.org/officeDocument/2006/relationships/slide" Target="slides/slide4.xml"/><Relationship Id="rId61" Type="http://schemas.openxmlformats.org/officeDocument/2006/relationships/font" Target="fonts/font9.fntdata"/><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font" Target="fonts/font4.fntdata"/><Relationship Id="rId64" Type="http://schemas.openxmlformats.org/officeDocument/2006/relationships/font" Target="fonts/font12.fntdata"/><Relationship Id="rId69"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font" Target="fonts/font7.fntdata"/><Relationship Id="rId67" Type="http://schemas.openxmlformats.org/officeDocument/2006/relationships/font" Target="fonts/font15.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font" Target="fonts/font2.fntdata"/><Relationship Id="rId62" Type="http://schemas.openxmlformats.org/officeDocument/2006/relationships/font" Target="fonts/font10.fntdata"/><Relationship Id="rId7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font" Target="fonts/font5.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 Id="rId60" Type="http://schemas.openxmlformats.org/officeDocument/2006/relationships/font" Target="fonts/font8.fntdata"/><Relationship Id="rId65" Type="http://schemas.openxmlformats.org/officeDocument/2006/relationships/font" Target="fonts/font13.fntdata"/><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font" Target="fonts/font3.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g223b176a52f_0_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4" name="Google Shape;114;g223b176a52f_0_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
        <p:cNvGrpSpPr/>
        <p:nvPr/>
      </p:nvGrpSpPr>
      <p:grpSpPr>
        <a:xfrm>
          <a:off x="0" y="0"/>
          <a:ext cx="0" cy="0"/>
          <a:chOff x="0" y="0"/>
          <a:chExt cx="0" cy="0"/>
        </a:xfrm>
      </p:grpSpPr>
      <p:sp>
        <p:nvSpPr>
          <p:cNvPr id="149" name="Google Shape;149;g223b3f84614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0" name="Google Shape;150;g223b3f84614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CA" dirty="0"/>
          </a:p>
        </p:txBody>
      </p:sp>
    </p:spTree>
    <p:extLst>
      <p:ext uri="{BB962C8B-B14F-4D97-AF65-F5344CB8AC3E}">
        <p14:creationId xmlns:p14="http://schemas.microsoft.com/office/powerpoint/2010/main" val="206085538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3"/>
        <p:cNvGrpSpPr/>
        <p:nvPr/>
      </p:nvGrpSpPr>
      <p:grpSpPr>
        <a:xfrm>
          <a:off x="0" y="0"/>
          <a:ext cx="0" cy="0"/>
          <a:chOff x="0" y="0"/>
          <a:chExt cx="0" cy="0"/>
        </a:xfrm>
      </p:grpSpPr>
      <p:sp>
        <p:nvSpPr>
          <p:cNvPr id="194" name="Google Shape;194;p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5" name="Google Shape;195;p1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dirty="0"/>
          </a:p>
        </p:txBody>
      </p:sp>
    </p:spTree>
    <p:extLst>
      <p:ext uri="{BB962C8B-B14F-4D97-AF65-F5344CB8AC3E}">
        <p14:creationId xmlns:p14="http://schemas.microsoft.com/office/powerpoint/2010/main" val="281748410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3">
          <a:extLst>
            <a:ext uri="{FF2B5EF4-FFF2-40B4-BE49-F238E27FC236}">
              <a16:creationId xmlns:a16="http://schemas.microsoft.com/office/drawing/2014/main" id="{BBDC4A01-8650-CF16-5DF8-F61A4AA98BB8}"/>
            </a:ext>
          </a:extLst>
        </p:cNvPr>
        <p:cNvGrpSpPr/>
        <p:nvPr/>
      </p:nvGrpSpPr>
      <p:grpSpPr>
        <a:xfrm>
          <a:off x="0" y="0"/>
          <a:ext cx="0" cy="0"/>
          <a:chOff x="0" y="0"/>
          <a:chExt cx="0" cy="0"/>
        </a:xfrm>
      </p:grpSpPr>
      <p:sp>
        <p:nvSpPr>
          <p:cNvPr id="194" name="Google Shape;194;p16:notes">
            <a:extLst>
              <a:ext uri="{FF2B5EF4-FFF2-40B4-BE49-F238E27FC236}">
                <a16:creationId xmlns:a16="http://schemas.microsoft.com/office/drawing/2014/main" id="{5850550B-9150-0A45-103E-DF53BF4845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5" name="Google Shape;195;p16:notes">
            <a:extLst>
              <a:ext uri="{FF2B5EF4-FFF2-40B4-BE49-F238E27FC236}">
                <a16:creationId xmlns:a16="http://schemas.microsoft.com/office/drawing/2014/main" id="{FD672FF0-A332-2ED8-2FB5-A8AD8FCDCA4C}"/>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dirty="0"/>
          </a:p>
        </p:txBody>
      </p:sp>
    </p:spTree>
    <p:extLst>
      <p:ext uri="{BB962C8B-B14F-4D97-AF65-F5344CB8AC3E}">
        <p14:creationId xmlns:p14="http://schemas.microsoft.com/office/powerpoint/2010/main" val="302322048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3"/>
        <p:cNvGrpSpPr/>
        <p:nvPr/>
      </p:nvGrpSpPr>
      <p:grpSpPr>
        <a:xfrm>
          <a:off x="0" y="0"/>
          <a:ext cx="0" cy="0"/>
          <a:chOff x="0" y="0"/>
          <a:chExt cx="0" cy="0"/>
        </a:xfrm>
      </p:grpSpPr>
      <p:sp>
        <p:nvSpPr>
          <p:cNvPr id="194" name="Google Shape;194;p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5" name="Google Shape;195;p1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dirty="0"/>
          </a:p>
        </p:txBody>
      </p:sp>
    </p:spTree>
    <p:extLst>
      <p:ext uri="{BB962C8B-B14F-4D97-AF65-F5344CB8AC3E}">
        <p14:creationId xmlns:p14="http://schemas.microsoft.com/office/powerpoint/2010/main" val="271765771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g2a3a73e9aa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4" name="Google Shape;114;g2a3a73e9aa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6473404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
        <p:cNvGrpSpPr/>
        <p:nvPr/>
      </p:nvGrpSpPr>
      <p:grpSpPr>
        <a:xfrm>
          <a:off x="0" y="0"/>
          <a:ext cx="0" cy="0"/>
          <a:chOff x="0" y="0"/>
          <a:chExt cx="0" cy="0"/>
        </a:xfrm>
      </p:grpSpPr>
      <p:sp>
        <p:nvSpPr>
          <p:cNvPr id="143" name="Google Shape;143;g223b3f84614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4" name="Google Shape;144;g223b3f84614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8090539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
        <p:cNvGrpSpPr/>
        <p:nvPr/>
      </p:nvGrpSpPr>
      <p:grpSpPr>
        <a:xfrm>
          <a:off x="0" y="0"/>
          <a:ext cx="0" cy="0"/>
          <a:chOff x="0" y="0"/>
          <a:chExt cx="0" cy="0"/>
        </a:xfrm>
      </p:grpSpPr>
      <p:sp>
        <p:nvSpPr>
          <p:cNvPr id="143" name="Google Shape;143;g223b3f84614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4" name="Google Shape;144;g223b3f84614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6807549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g228dee1d198_1_3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4" name="Google Shape;224;g228dee1d198_1_3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CA" dirty="0"/>
              <a:t>Named after the curb cut that enables wheelchair users on and off</a:t>
            </a:r>
            <a:endParaRPr dirty="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g228dee1d198_1_3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4" name="Google Shape;224;g228dee1d198_1_3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1690730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g228dee1d198_1_3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4" name="Google Shape;224;g228dee1d198_1_3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1127993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p:cNvGrpSpPr/>
        <p:nvPr/>
      </p:nvGrpSpPr>
      <p:grpSpPr>
        <a:xfrm>
          <a:off x="0" y="0"/>
          <a:ext cx="0" cy="0"/>
          <a:chOff x="0" y="0"/>
          <a:chExt cx="0" cy="0"/>
        </a:xfrm>
      </p:grpSpPr>
      <p:sp>
        <p:nvSpPr>
          <p:cNvPr id="229" name="Google Shape;229;g228dee1d198_1_3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0" name="Google Shape;230;g228dee1d198_1_3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58750" indent="0">
              <a:buNone/>
            </a:pPr>
            <a:r>
              <a:rPr lang="en-US" b="0" i="0" dirty="0">
                <a:solidFill>
                  <a:srgbClr val="2B2B2B"/>
                </a:solidFill>
                <a:effectLst/>
                <a:latin typeface="Merriweather" panose="00000500000000000000" pitchFamily="2" charset="0"/>
              </a:rPr>
              <a:t>do not want to punish them for their irregularities and force them to correct things before providing them with the expected or desired responses. They’re users who are visiting your site by choice, not your students or employees.</a:t>
            </a:r>
            <a:br>
              <a:rPr lang="en-US" b="1" u="none" strike="noStrike" dirty="0">
                <a:effectLst/>
              </a:rPr>
            </a:br>
            <a:endParaRPr dirty="0"/>
          </a:p>
        </p:txBody>
      </p:sp>
    </p:spTree>
    <p:extLst>
      <p:ext uri="{BB962C8B-B14F-4D97-AF65-F5344CB8AC3E}">
        <p14:creationId xmlns:p14="http://schemas.microsoft.com/office/powerpoint/2010/main" val="104158032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p:cNvGrpSpPr/>
        <p:nvPr/>
      </p:nvGrpSpPr>
      <p:grpSpPr>
        <a:xfrm>
          <a:off x="0" y="0"/>
          <a:ext cx="0" cy="0"/>
          <a:chOff x="0" y="0"/>
          <a:chExt cx="0" cy="0"/>
        </a:xfrm>
      </p:grpSpPr>
      <p:sp>
        <p:nvSpPr>
          <p:cNvPr id="229" name="Google Shape;229;g228dee1d198_1_3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0" name="Google Shape;230;g228dee1d198_1_3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2"/>
        <p:cNvGrpSpPr/>
        <p:nvPr/>
      </p:nvGrpSpPr>
      <p:grpSpPr>
        <a:xfrm>
          <a:off x="0" y="0"/>
          <a:ext cx="0" cy="0"/>
          <a:chOff x="0" y="0"/>
          <a:chExt cx="0" cy="0"/>
        </a:xfrm>
      </p:grpSpPr>
      <p:sp>
        <p:nvSpPr>
          <p:cNvPr id="183" name="Google Shape;183;g125514d5365_0_9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4" name="Google Shape;184;g125514d5365_0_9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effectLst/>
              </a:rPr>
              <a:t>Attachments first, message second, subject third, and recipients last. This is the way.</a:t>
            </a:r>
          </a:p>
          <a:p>
            <a:br>
              <a:rPr lang="en-US" b="1" u="none" strike="noStrike" dirty="0">
                <a:effectLst/>
              </a:rPr>
            </a:br>
            <a:endParaRPr dirty="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
        <p:cNvGrpSpPr/>
        <p:nvPr/>
      </p:nvGrpSpPr>
      <p:grpSpPr>
        <a:xfrm>
          <a:off x="0" y="0"/>
          <a:ext cx="0" cy="0"/>
          <a:chOff x="0" y="0"/>
          <a:chExt cx="0" cy="0"/>
        </a:xfrm>
      </p:grpSpPr>
      <p:sp>
        <p:nvSpPr>
          <p:cNvPr id="143" name="Google Shape;143;g223b3f84614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4" name="Google Shape;144;g223b3f84614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7990839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CA" dirty="0"/>
          </a:p>
        </p:txBody>
      </p:sp>
    </p:spTree>
    <p:extLst>
      <p:ext uri="{BB962C8B-B14F-4D97-AF65-F5344CB8AC3E}">
        <p14:creationId xmlns:p14="http://schemas.microsoft.com/office/powerpoint/2010/main" val="177780216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p:cNvGrpSpPr/>
        <p:nvPr/>
      </p:nvGrpSpPr>
      <p:grpSpPr>
        <a:xfrm>
          <a:off x="0" y="0"/>
          <a:ext cx="0" cy="0"/>
          <a:chOff x="0" y="0"/>
          <a:chExt cx="0" cy="0"/>
        </a:xfrm>
      </p:grpSpPr>
      <p:sp>
        <p:nvSpPr>
          <p:cNvPr id="229" name="Google Shape;229;g228dee1d198_1_3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0" name="Google Shape;230;g228dee1d198_1_3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0" i="0" dirty="0">
                <a:solidFill>
                  <a:srgbClr val="E8EAED"/>
                </a:solidFill>
                <a:effectLst/>
                <a:latin typeface="Google Sans" panose="020B0604020202020204" charset="0"/>
              </a:rPr>
              <a:t>For any Asana project, you can switch between several different views to see tasks however you want: </a:t>
            </a:r>
            <a:r>
              <a:rPr lang="en-US" b="0" i="0" dirty="0">
                <a:solidFill>
                  <a:srgbClr val="E2EEFF"/>
                </a:solidFill>
                <a:effectLst/>
                <a:latin typeface="Google Sans" panose="020B0604020202020204" charset="0"/>
              </a:rPr>
              <a:t>Lists - For chronological to-dos</a:t>
            </a:r>
            <a:r>
              <a:rPr lang="en-US" b="0" i="0" dirty="0">
                <a:solidFill>
                  <a:srgbClr val="E8EAED"/>
                </a:solidFill>
                <a:effectLst/>
                <a:latin typeface="Google Sans" panose="020B0604020202020204" charset="0"/>
              </a:rPr>
              <a:t>. </a:t>
            </a:r>
            <a:r>
              <a:rPr lang="en-US" b="0" i="0" dirty="0">
                <a:solidFill>
                  <a:srgbClr val="E2EEFF"/>
                </a:solidFill>
                <a:effectLst/>
                <a:latin typeface="Google Sans" panose="020B0604020202020204" charset="0"/>
              </a:rPr>
              <a:t>Boards - Kanban style view to move work through stages</a:t>
            </a:r>
            <a:r>
              <a:rPr lang="en-US" b="0" i="0" dirty="0">
                <a:solidFill>
                  <a:srgbClr val="E8EAED"/>
                </a:solidFill>
                <a:effectLst/>
                <a:latin typeface="Google Sans" panose="020B0604020202020204" charset="0"/>
              </a:rPr>
              <a:t>. </a:t>
            </a:r>
            <a:r>
              <a:rPr lang="en-US" b="0" i="0" dirty="0">
                <a:solidFill>
                  <a:srgbClr val="E2EEFF"/>
                </a:solidFill>
                <a:effectLst/>
                <a:latin typeface="Google Sans" panose="020B0604020202020204" charset="0"/>
              </a:rPr>
              <a:t>Timeline - Gantt-style view for deadline-bound work with dependencies</a:t>
            </a:r>
            <a:r>
              <a:rPr lang="en-US" b="0" i="0" dirty="0">
                <a:solidFill>
                  <a:srgbClr val="E8EAED"/>
                </a:solidFill>
                <a:effectLst/>
                <a:latin typeface="Google Sans" panose="020B0604020202020204" charset="0"/>
              </a:rPr>
              <a:t>.</a:t>
            </a:r>
            <a:endParaRPr dirty="0"/>
          </a:p>
        </p:txBody>
      </p:sp>
    </p:spTree>
    <p:extLst>
      <p:ext uri="{BB962C8B-B14F-4D97-AF65-F5344CB8AC3E}">
        <p14:creationId xmlns:p14="http://schemas.microsoft.com/office/powerpoint/2010/main" val="344241227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
        <p:cNvGrpSpPr/>
        <p:nvPr/>
      </p:nvGrpSpPr>
      <p:grpSpPr>
        <a:xfrm>
          <a:off x="0" y="0"/>
          <a:ext cx="0" cy="0"/>
          <a:chOff x="0" y="0"/>
          <a:chExt cx="0" cy="0"/>
        </a:xfrm>
      </p:grpSpPr>
      <p:sp>
        <p:nvSpPr>
          <p:cNvPr id="143" name="Google Shape;143;g223b3f84614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4" name="Google Shape;144;g223b3f84614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58313789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p:cNvGrpSpPr/>
        <p:nvPr/>
      </p:nvGrpSpPr>
      <p:grpSpPr>
        <a:xfrm>
          <a:off x="0" y="0"/>
          <a:ext cx="0" cy="0"/>
          <a:chOff x="0" y="0"/>
          <a:chExt cx="0" cy="0"/>
        </a:xfrm>
      </p:grpSpPr>
      <p:sp>
        <p:nvSpPr>
          <p:cNvPr id="229" name="Google Shape;229;g228dee1d198_1_3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0" name="Google Shape;230;g228dee1d198_1_3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0" i="0" dirty="0">
                <a:solidFill>
                  <a:srgbClr val="E8EAED"/>
                </a:solidFill>
                <a:effectLst/>
                <a:latin typeface="Google Sans" panose="020B0604020202020204" charset="0"/>
              </a:rPr>
              <a:t>Coal miners used to take canaries into coal mines with them. </a:t>
            </a:r>
            <a:r>
              <a:rPr lang="en-US" b="0" i="0" dirty="0">
                <a:solidFill>
                  <a:srgbClr val="E2EEFF"/>
                </a:solidFill>
                <a:effectLst/>
                <a:latin typeface="Google Sans" panose="020B0604020202020204" charset="0"/>
              </a:rPr>
              <a:t>Canaries are more sensitive to dangerous gases than humans are</a:t>
            </a:r>
            <a:r>
              <a:rPr lang="en-US" b="0" i="0" dirty="0">
                <a:solidFill>
                  <a:srgbClr val="E8EAED"/>
                </a:solidFill>
                <a:effectLst/>
                <a:latin typeface="Google Sans" panose="020B0604020202020204" charset="0"/>
              </a:rPr>
              <a:t>. If the canary died, the miners knew there were dangerous gases present and would leave the mine.</a:t>
            </a:r>
          </a:p>
          <a:p>
            <a:pPr marL="0" lvl="0" indent="0" algn="l" rtl="0">
              <a:spcBef>
                <a:spcPts val="0"/>
              </a:spcBef>
              <a:spcAft>
                <a:spcPts val="0"/>
              </a:spcAft>
              <a:buNone/>
            </a:pPr>
            <a:r>
              <a:rPr lang="en-US" b="0" i="0" dirty="0">
                <a:solidFill>
                  <a:srgbClr val="000000"/>
                </a:solidFill>
                <a:effectLst/>
                <a:latin typeface="open sans" panose="020B0606030504020204" pitchFamily="34" charset="0"/>
              </a:rPr>
              <a:t>Pit ponies, the other animal that went underground with human miners to haul coal, were also phased out by automation. T</a:t>
            </a:r>
            <a:endParaRPr dirty="0"/>
          </a:p>
        </p:txBody>
      </p:sp>
    </p:spTree>
    <p:extLst>
      <p:ext uri="{BB962C8B-B14F-4D97-AF65-F5344CB8AC3E}">
        <p14:creationId xmlns:p14="http://schemas.microsoft.com/office/powerpoint/2010/main" val="71812709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
        <p:cNvGrpSpPr/>
        <p:nvPr/>
      </p:nvGrpSpPr>
      <p:grpSpPr>
        <a:xfrm>
          <a:off x="0" y="0"/>
          <a:ext cx="0" cy="0"/>
          <a:chOff x="0" y="0"/>
          <a:chExt cx="0" cy="0"/>
        </a:xfrm>
      </p:grpSpPr>
      <p:sp>
        <p:nvSpPr>
          <p:cNvPr id="143" name="Google Shape;143;g223b3f84614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4" name="Google Shape;144;g223b3f84614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67538464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p:cNvGrpSpPr/>
        <p:nvPr/>
      </p:nvGrpSpPr>
      <p:grpSpPr>
        <a:xfrm>
          <a:off x="0" y="0"/>
          <a:ext cx="0" cy="0"/>
          <a:chOff x="0" y="0"/>
          <a:chExt cx="0" cy="0"/>
        </a:xfrm>
      </p:grpSpPr>
      <p:sp>
        <p:nvSpPr>
          <p:cNvPr id="229" name="Google Shape;229;g228dee1d198_1_3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0" name="Google Shape;230;g228dee1d198_1_3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64601938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p:cNvGrpSpPr/>
        <p:nvPr/>
      </p:nvGrpSpPr>
      <p:grpSpPr>
        <a:xfrm>
          <a:off x="0" y="0"/>
          <a:ext cx="0" cy="0"/>
          <a:chOff x="0" y="0"/>
          <a:chExt cx="0" cy="0"/>
        </a:xfrm>
      </p:grpSpPr>
      <p:sp>
        <p:nvSpPr>
          <p:cNvPr id="229" name="Google Shape;229;g228dee1d198_1_3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0" name="Google Shape;230;g228dee1d198_1_3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2312167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158750" indent="0">
              <a:buNone/>
            </a:pPr>
            <a:r>
              <a:rPr lang="en-US" dirty="0"/>
              <a:t>Sour</a:t>
            </a:r>
            <a:endParaRPr lang="en-CA" dirty="0"/>
          </a:p>
        </p:txBody>
      </p:sp>
    </p:spTree>
    <p:extLst>
      <p:ext uri="{BB962C8B-B14F-4D97-AF65-F5344CB8AC3E}">
        <p14:creationId xmlns:p14="http://schemas.microsoft.com/office/powerpoint/2010/main" val="249696368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F35478-89E0-FB30-0C78-358453C4C2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975707-B176-07E8-B256-51EECC98ADD1}"/>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028AF0B1-2E18-113B-96BD-72C8B2A0B1DB}"/>
              </a:ext>
            </a:extLst>
          </p:cNvPr>
          <p:cNvSpPr>
            <a:spLocks noGrp="1"/>
          </p:cNvSpPr>
          <p:nvPr>
            <p:ph type="body" idx="1"/>
          </p:nvPr>
        </p:nvSpPr>
        <p:spPr/>
        <p:txBody>
          <a:bodyPr/>
          <a:lstStyle/>
          <a:p>
            <a:pPr marL="158750" indent="0">
              <a:buNone/>
            </a:pPr>
            <a:r>
              <a:rPr lang="en-US" dirty="0"/>
              <a:t>Sour</a:t>
            </a:r>
            <a:endParaRPr lang="en-CA" dirty="0"/>
          </a:p>
        </p:txBody>
      </p:sp>
    </p:spTree>
    <p:extLst>
      <p:ext uri="{BB962C8B-B14F-4D97-AF65-F5344CB8AC3E}">
        <p14:creationId xmlns:p14="http://schemas.microsoft.com/office/powerpoint/2010/main" val="413983104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3"/>
        <p:cNvGrpSpPr/>
        <p:nvPr/>
      </p:nvGrpSpPr>
      <p:grpSpPr>
        <a:xfrm>
          <a:off x="0" y="0"/>
          <a:ext cx="0" cy="0"/>
          <a:chOff x="0" y="0"/>
          <a:chExt cx="0" cy="0"/>
        </a:xfrm>
      </p:grpSpPr>
      <p:sp>
        <p:nvSpPr>
          <p:cNvPr id="244" name="Google Shape;244;g24a63839552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5" name="Google Shape;245;g24a63839552_0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4353807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3"/>
        <p:cNvGrpSpPr/>
        <p:nvPr/>
      </p:nvGrpSpPr>
      <p:grpSpPr>
        <a:xfrm>
          <a:off x="0" y="0"/>
          <a:ext cx="0" cy="0"/>
          <a:chOff x="0" y="0"/>
          <a:chExt cx="0" cy="0"/>
        </a:xfrm>
      </p:grpSpPr>
      <p:sp>
        <p:nvSpPr>
          <p:cNvPr id="244" name="Google Shape;244;g24a63839552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5" name="Google Shape;245;g24a63839552_0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29336538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3"/>
        <p:cNvGrpSpPr/>
        <p:nvPr/>
      </p:nvGrpSpPr>
      <p:grpSpPr>
        <a:xfrm>
          <a:off x="0" y="0"/>
          <a:ext cx="0" cy="0"/>
          <a:chOff x="0" y="0"/>
          <a:chExt cx="0" cy="0"/>
        </a:xfrm>
      </p:grpSpPr>
      <p:sp>
        <p:nvSpPr>
          <p:cNvPr id="244" name="Google Shape;244;g24a63839552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5" name="Google Shape;245;g24a63839552_0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3072662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3"/>
        <p:cNvGrpSpPr/>
        <p:nvPr/>
      </p:nvGrpSpPr>
      <p:grpSpPr>
        <a:xfrm>
          <a:off x="0" y="0"/>
          <a:ext cx="0" cy="0"/>
          <a:chOff x="0" y="0"/>
          <a:chExt cx="0" cy="0"/>
        </a:xfrm>
      </p:grpSpPr>
      <p:sp>
        <p:nvSpPr>
          <p:cNvPr id="244" name="Google Shape;244;g24a63839552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5" name="Google Shape;245;g24a63839552_0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4210758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p:cNvGrpSpPr/>
        <p:nvPr/>
      </p:nvGrpSpPr>
      <p:grpSpPr>
        <a:xfrm>
          <a:off x="0" y="0"/>
          <a:ext cx="0" cy="0"/>
          <a:chOff x="0" y="0"/>
          <a:chExt cx="0" cy="0"/>
        </a:xfrm>
      </p:grpSpPr>
      <p:sp>
        <p:nvSpPr>
          <p:cNvPr id="182" name="Google Shape;182;p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3" name="Google Shape;183;p1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95133867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3"/>
        <p:cNvGrpSpPr/>
        <p:nvPr/>
      </p:nvGrpSpPr>
      <p:grpSpPr>
        <a:xfrm>
          <a:off x="0" y="0"/>
          <a:ext cx="0" cy="0"/>
          <a:chOff x="0" y="0"/>
          <a:chExt cx="0" cy="0"/>
        </a:xfrm>
      </p:grpSpPr>
      <p:sp>
        <p:nvSpPr>
          <p:cNvPr id="244" name="Google Shape;244;g24a63839552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5" name="Google Shape;245;g24a63839552_0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4199930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305696-EC50-BC8D-311C-98B53B12C0BD}"/>
              </a:ext>
            </a:extLst>
          </p:cNvPr>
          <p:cNvSpPr>
            <a:spLocks noGrp="1"/>
          </p:cNvSpPr>
          <p:nvPr>
            <p:ph type="ctrTitle"/>
          </p:nvPr>
        </p:nvSpPr>
        <p:spPr>
          <a:xfrm>
            <a:off x="1143000" y="841772"/>
            <a:ext cx="6858000" cy="1790700"/>
          </a:xfrm>
        </p:spPr>
        <p:txBody>
          <a:bodyPr anchor="b"/>
          <a:lstStyle>
            <a:lvl1pPr algn="ctr">
              <a:defRPr sz="4500"/>
            </a:lvl1pPr>
          </a:lstStyle>
          <a:p>
            <a:r>
              <a:rPr lang="en-US"/>
              <a:t>Click to edit Master title style</a:t>
            </a:r>
            <a:endParaRPr lang="en-CA"/>
          </a:p>
        </p:txBody>
      </p:sp>
      <p:sp>
        <p:nvSpPr>
          <p:cNvPr id="3" name="Subtitle 2">
            <a:extLst>
              <a:ext uri="{FF2B5EF4-FFF2-40B4-BE49-F238E27FC236}">
                <a16:creationId xmlns:a16="http://schemas.microsoft.com/office/drawing/2014/main" id="{CC6F7028-7706-B3B8-66B9-37F1BB29AD84}"/>
              </a:ext>
            </a:extLst>
          </p:cNvPr>
          <p:cNvSpPr>
            <a:spLocks noGrp="1"/>
          </p:cNvSpPr>
          <p:nvPr>
            <p:ph type="subTitle" idx="1"/>
          </p:nvPr>
        </p:nvSpPr>
        <p:spPr>
          <a:xfrm>
            <a:off x="1143000" y="2701528"/>
            <a:ext cx="6858000" cy="124182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C7FDC144-D2B6-104F-5B09-134055281E1C}"/>
              </a:ext>
            </a:extLst>
          </p:cNvPr>
          <p:cNvSpPr>
            <a:spLocks noGrp="1"/>
          </p:cNvSpPr>
          <p:nvPr>
            <p:ph type="dt" sz="half" idx="10"/>
          </p:nvPr>
        </p:nvSpPr>
        <p:spPr/>
        <p:txBody>
          <a:bodyPr/>
          <a:lstStyle/>
          <a:p>
            <a:fld id="{D77A9FB6-8E5D-495F-BF84-C9F7C49074E3}" type="datetimeFigureOut">
              <a:rPr lang="en-CA" smtClean="0"/>
              <a:t>2025-03-24</a:t>
            </a:fld>
            <a:endParaRPr lang="en-CA"/>
          </a:p>
        </p:txBody>
      </p:sp>
      <p:sp>
        <p:nvSpPr>
          <p:cNvPr id="5" name="Footer Placeholder 4">
            <a:extLst>
              <a:ext uri="{FF2B5EF4-FFF2-40B4-BE49-F238E27FC236}">
                <a16:creationId xmlns:a16="http://schemas.microsoft.com/office/drawing/2014/main" id="{34C7DF50-BD36-4DC1-5C23-2B5D9CD623CB}"/>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EDFDCCF9-3347-4EC6-A0B8-6D84DFFF712B}"/>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 smtClean="0"/>
              <a:t>‹#›</a:t>
            </a:fld>
            <a:endParaRPr lang="en"/>
          </a:p>
        </p:txBody>
      </p:sp>
    </p:spTree>
    <p:extLst>
      <p:ext uri="{BB962C8B-B14F-4D97-AF65-F5344CB8AC3E}">
        <p14:creationId xmlns:p14="http://schemas.microsoft.com/office/powerpoint/2010/main" val="755964076"/>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57896C-5223-014F-664A-2AEFC16205AD}"/>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CEA7ABD6-8F76-C5FD-E67B-64AD01C05DF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B76CF49B-379F-94C9-9D4E-9524F1FB0FB5}"/>
              </a:ext>
            </a:extLst>
          </p:cNvPr>
          <p:cNvSpPr>
            <a:spLocks noGrp="1"/>
          </p:cNvSpPr>
          <p:nvPr>
            <p:ph type="dt" sz="half" idx="10"/>
          </p:nvPr>
        </p:nvSpPr>
        <p:spPr/>
        <p:txBody>
          <a:bodyPr/>
          <a:lstStyle/>
          <a:p>
            <a:fld id="{D77A9FB6-8E5D-495F-BF84-C9F7C49074E3}" type="datetimeFigureOut">
              <a:rPr lang="en-CA" smtClean="0"/>
              <a:t>2025-03-24</a:t>
            </a:fld>
            <a:endParaRPr lang="en-CA"/>
          </a:p>
        </p:txBody>
      </p:sp>
      <p:sp>
        <p:nvSpPr>
          <p:cNvPr id="5" name="Footer Placeholder 4">
            <a:extLst>
              <a:ext uri="{FF2B5EF4-FFF2-40B4-BE49-F238E27FC236}">
                <a16:creationId xmlns:a16="http://schemas.microsoft.com/office/drawing/2014/main" id="{E8957870-6D4D-D284-C4ED-DE52227885A9}"/>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1AD28A4C-117A-9612-B224-3CFA1A69AC7E}"/>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 smtClean="0"/>
              <a:t>‹#›</a:t>
            </a:fld>
            <a:endParaRPr lang="en"/>
          </a:p>
        </p:txBody>
      </p:sp>
    </p:spTree>
    <p:extLst>
      <p:ext uri="{BB962C8B-B14F-4D97-AF65-F5344CB8AC3E}">
        <p14:creationId xmlns:p14="http://schemas.microsoft.com/office/powerpoint/2010/main" val="2286751919"/>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D61F70-A29B-2C35-E4C9-E839E52EC640}"/>
              </a:ext>
            </a:extLst>
          </p:cNvPr>
          <p:cNvSpPr>
            <a:spLocks noGrp="1"/>
          </p:cNvSpPr>
          <p:nvPr>
            <p:ph type="title"/>
          </p:nvPr>
        </p:nvSpPr>
        <p:spPr>
          <a:xfrm>
            <a:off x="623888" y="1282304"/>
            <a:ext cx="7886700" cy="2139553"/>
          </a:xfrm>
        </p:spPr>
        <p:txBody>
          <a:bodyPr anchor="b"/>
          <a:lstStyle>
            <a:lvl1pPr>
              <a:defRPr sz="45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5B23476F-C579-F170-837B-8171D44C7FAB}"/>
              </a:ext>
            </a:extLst>
          </p:cNvPr>
          <p:cNvSpPr>
            <a:spLocks noGrp="1"/>
          </p:cNvSpPr>
          <p:nvPr>
            <p:ph type="body" idx="1"/>
          </p:nvPr>
        </p:nvSpPr>
        <p:spPr>
          <a:xfrm>
            <a:off x="623888" y="3442098"/>
            <a:ext cx="7886700" cy="1125140"/>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07E9A80-A346-4797-9592-6B609EE142D7}"/>
              </a:ext>
            </a:extLst>
          </p:cNvPr>
          <p:cNvSpPr>
            <a:spLocks noGrp="1"/>
          </p:cNvSpPr>
          <p:nvPr>
            <p:ph type="dt" sz="half" idx="10"/>
          </p:nvPr>
        </p:nvSpPr>
        <p:spPr/>
        <p:txBody>
          <a:bodyPr/>
          <a:lstStyle/>
          <a:p>
            <a:fld id="{D77A9FB6-8E5D-495F-BF84-C9F7C49074E3}" type="datetimeFigureOut">
              <a:rPr lang="en-CA" smtClean="0"/>
              <a:t>2025-03-24</a:t>
            </a:fld>
            <a:endParaRPr lang="en-CA"/>
          </a:p>
        </p:txBody>
      </p:sp>
      <p:sp>
        <p:nvSpPr>
          <p:cNvPr id="5" name="Footer Placeholder 4">
            <a:extLst>
              <a:ext uri="{FF2B5EF4-FFF2-40B4-BE49-F238E27FC236}">
                <a16:creationId xmlns:a16="http://schemas.microsoft.com/office/drawing/2014/main" id="{E1F48DF2-2D91-CFD0-1E27-0257C7E4573E}"/>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C5CE59D0-9996-098C-0D47-646BA0A803B0}"/>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 smtClean="0"/>
              <a:t>‹#›</a:t>
            </a:fld>
            <a:endParaRPr lang="en"/>
          </a:p>
        </p:txBody>
      </p:sp>
    </p:spTree>
    <p:extLst>
      <p:ext uri="{BB962C8B-B14F-4D97-AF65-F5344CB8AC3E}">
        <p14:creationId xmlns:p14="http://schemas.microsoft.com/office/powerpoint/2010/main" val="1944384707"/>
      </p:ext>
    </p:extLst>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5D1790-C276-89CC-CFDB-13AB897F1C1A}"/>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CCF02CAE-8520-55C4-DAA0-080CF32B5020}"/>
              </a:ext>
            </a:extLst>
          </p:cNvPr>
          <p:cNvSpPr>
            <a:spLocks noGrp="1"/>
          </p:cNvSpPr>
          <p:nvPr>
            <p:ph sz="half" idx="1"/>
          </p:nvPr>
        </p:nvSpPr>
        <p:spPr>
          <a:xfrm>
            <a:off x="628650" y="1369219"/>
            <a:ext cx="3886200"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8BF6C76A-31E6-1EBE-A43D-3FD7763AA31E}"/>
              </a:ext>
            </a:extLst>
          </p:cNvPr>
          <p:cNvSpPr>
            <a:spLocks noGrp="1"/>
          </p:cNvSpPr>
          <p:nvPr>
            <p:ph sz="half" idx="2"/>
          </p:nvPr>
        </p:nvSpPr>
        <p:spPr>
          <a:xfrm>
            <a:off x="4629150" y="1369219"/>
            <a:ext cx="3886200"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0B6AACC8-A3B7-18FE-D62E-BF338F44A68D}"/>
              </a:ext>
            </a:extLst>
          </p:cNvPr>
          <p:cNvSpPr>
            <a:spLocks noGrp="1"/>
          </p:cNvSpPr>
          <p:nvPr>
            <p:ph type="dt" sz="half" idx="10"/>
          </p:nvPr>
        </p:nvSpPr>
        <p:spPr/>
        <p:txBody>
          <a:bodyPr/>
          <a:lstStyle/>
          <a:p>
            <a:fld id="{D77A9FB6-8E5D-495F-BF84-C9F7C49074E3}" type="datetimeFigureOut">
              <a:rPr lang="en-CA" smtClean="0"/>
              <a:t>2025-03-24</a:t>
            </a:fld>
            <a:endParaRPr lang="en-CA"/>
          </a:p>
        </p:txBody>
      </p:sp>
      <p:sp>
        <p:nvSpPr>
          <p:cNvPr id="6" name="Footer Placeholder 5">
            <a:extLst>
              <a:ext uri="{FF2B5EF4-FFF2-40B4-BE49-F238E27FC236}">
                <a16:creationId xmlns:a16="http://schemas.microsoft.com/office/drawing/2014/main" id="{6C4125A8-B94E-D2D7-EF41-3CA736276D75}"/>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3D86B9D5-7423-8899-4D77-639371D0142C}"/>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 smtClean="0"/>
              <a:t>‹#›</a:t>
            </a:fld>
            <a:endParaRPr lang="en"/>
          </a:p>
        </p:txBody>
      </p:sp>
    </p:spTree>
    <p:extLst>
      <p:ext uri="{BB962C8B-B14F-4D97-AF65-F5344CB8AC3E}">
        <p14:creationId xmlns:p14="http://schemas.microsoft.com/office/powerpoint/2010/main" val="2242843170"/>
      </p:ext>
    </p:extLst>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96298F-BD6F-9789-818A-6A4DF0CF12C4}"/>
              </a:ext>
            </a:extLst>
          </p:cNvPr>
          <p:cNvSpPr>
            <a:spLocks noGrp="1"/>
          </p:cNvSpPr>
          <p:nvPr>
            <p:ph type="title"/>
          </p:nvPr>
        </p:nvSpPr>
        <p:spPr>
          <a:xfrm>
            <a:off x="629841" y="273844"/>
            <a:ext cx="7886700" cy="994172"/>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E6C316AA-8568-B9A6-3876-FDC527F25DD9}"/>
              </a:ext>
            </a:extLst>
          </p:cNvPr>
          <p:cNvSpPr>
            <a:spLocks noGrp="1"/>
          </p:cNvSpPr>
          <p:nvPr>
            <p:ph type="body" idx="1"/>
          </p:nvPr>
        </p:nvSpPr>
        <p:spPr>
          <a:xfrm>
            <a:off x="629842" y="1260872"/>
            <a:ext cx="3868340" cy="617934"/>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a:extLst>
              <a:ext uri="{FF2B5EF4-FFF2-40B4-BE49-F238E27FC236}">
                <a16:creationId xmlns:a16="http://schemas.microsoft.com/office/drawing/2014/main" id="{D01F0B5F-8AC0-E5CA-7785-B0F5739C6A59}"/>
              </a:ext>
            </a:extLst>
          </p:cNvPr>
          <p:cNvSpPr>
            <a:spLocks noGrp="1"/>
          </p:cNvSpPr>
          <p:nvPr>
            <p:ph sz="half" idx="2"/>
          </p:nvPr>
        </p:nvSpPr>
        <p:spPr>
          <a:xfrm>
            <a:off x="629842" y="1878806"/>
            <a:ext cx="3868340" cy="27634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530607FE-F4D9-2A8B-9D51-9ECA02930249}"/>
              </a:ext>
            </a:extLst>
          </p:cNvPr>
          <p:cNvSpPr>
            <a:spLocks noGrp="1"/>
          </p:cNvSpPr>
          <p:nvPr>
            <p:ph type="body" sz="quarter" idx="3"/>
          </p:nvPr>
        </p:nvSpPr>
        <p:spPr>
          <a:xfrm>
            <a:off x="4629150" y="1260872"/>
            <a:ext cx="3887391" cy="617934"/>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a:extLst>
              <a:ext uri="{FF2B5EF4-FFF2-40B4-BE49-F238E27FC236}">
                <a16:creationId xmlns:a16="http://schemas.microsoft.com/office/drawing/2014/main" id="{467EF9B6-4210-528A-97F8-BE8CE35C75BF}"/>
              </a:ext>
            </a:extLst>
          </p:cNvPr>
          <p:cNvSpPr>
            <a:spLocks noGrp="1"/>
          </p:cNvSpPr>
          <p:nvPr>
            <p:ph sz="quarter" idx="4"/>
          </p:nvPr>
        </p:nvSpPr>
        <p:spPr>
          <a:xfrm>
            <a:off x="4629150" y="1878806"/>
            <a:ext cx="3887391" cy="27634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B3D5AA33-05EA-35EC-D1EF-5E8C6E274BEA}"/>
              </a:ext>
            </a:extLst>
          </p:cNvPr>
          <p:cNvSpPr>
            <a:spLocks noGrp="1"/>
          </p:cNvSpPr>
          <p:nvPr>
            <p:ph type="dt" sz="half" idx="10"/>
          </p:nvPr>
        </p:nvSpPr>
        <p:spPr/>
        <p:txBody>
          <a:bodyPr/>
          <a:lstStyle/>
          <a:p>
            <a:fld id="{D77A9FB6-8E5D-495F-BF84-C9F7C49074E3}" type="datetimeFigureOut">
              <a:rPr lang="en-CA" smtClean="0"/>
              <a:t>2025-03-24</a:t>
            </a:fld>
            <a:endParaRPr lang="en-CA"/>
          </a:p>
        </p:txBody>
      </p:sp>
      <p:sp>
        <p:nvSpPr>
          <p:cNvPr id="8" name="Footer Placeholder 7">
            <a:extLst>
              <a:ext uri="{FF2B5EF4-FFF2-40B4-BE49-F238E27FC236}">
                <a16:creationId xmlns:a16="http://schemas.microsoft.com/office/drawing/2014/main" id="{4362BAB2-DE91-0537-E2FC-5CB7C2BD9B68}"/>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6386CAD9-5AA6-9951-5B81-CF68B8013799}"/>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 smtClean="0"/>
              <a:t>‹#›</a:t>
            </a:fld>
            <a:endParaRPr lang="en"/>
          </a:p>
        </p:txBody>
      </p:sp>
    </p:spTree>
    <p:extLst>
      <p:ext uri="{BB962C8B-B14F-4D97-AF65-F5344CB8AC3E}">
        <p14:creationId xmlns:p14="http://schemas.microsoft.com/office/powerpoint/2010/main" val="3336522922"/>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A8962D-708F-C9BC-D46B-22AC92BE5201}"/>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7FBB71D2-8F76-BAB8-D4BD-82F1D15079B3}"/>
              </a:ext>
            </a:extLst>
          </p:cNvPr>
          <p:cNvSpPr>
            <a:spLocks noGrp="1"/>
          </p:cNvSpPr>
          <p:nvPr>
            <p:ph type="dt" sz="half" idx="10"/>
          </p:nvPr>
        </p:nvSpPr>
        <p:spPr/>
        <p:txBody>
          <a:bodyPr/>
          <a:lstStyle/>
          <a:p>
            <a:fld id="{D77A9FB6-8E5D-495F-BF84-C9F7C49074E3}" type="datetimeFigureOut">
              <a:rPr lang="en-CA" smtClean="0"/>
              <a:t>2025-03-24</a:t>
            </a:fld>
            <a:endParaRPr lang="en-CA"/>
          </a:p>
        </p:txBody>
      </p:sp>
      <p:sp>
        <p:nvSpPr>
          <p:cNvPr id="4" name="Footer Placeholder 3">
            <a:extLst>
              <a:ext uri="{FF2B5EF4-FFF2-40B4-BE49-F238E27FC236}">
                <a16:creationId xmlns:a16="http://schemas.microsoft.com/office/drawing/2014/main" id="{F4BBBB02-B5B7-C3D2-50F4-1B674EE891EB}"/>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546E9AF2-6107-E18F-A611-1C7FFA8D25C9}"/>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 smtClean="0"/>
              <a:t>‹#›</a:t>
            </a:fld>
            <a:endParaRPr lang="en"/>
          </a:p>
        </p:txBody>
      </p:sp>
    </p:spTree>
    <p:extLst>
      <p:ext uri="{BB962C8B-B14F-4D97-AF65-F5344CB8AC3E}">
        <p14:creationId xmlns:p14="http://schemas.microsoft.com/office/powerpoint/2010/main" val="2748854128"/>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D28B4FC-6C8B-7645-D279-DFAB67F9F06A}"/>
              </a:ext>
            </a:extLst>
          </p:cNvPr>
          <p:cNvSpPr>
            <a:spLocks noGrp="1"/>
          </p:cNvSpPr>
          <p:nvPr>
            <p:ph type="dt" sz="half" idx="10"/>
          </p:nvPr>
        </p:nvSpPr>
        <p:spPr/>
        <p:txBody>
          <a:bodyPr/>
          <a:lstStyle/>
          <a:p>
            <a:fld id="{D77A9FB6-8E5D-495F-BF84-C9F7C49074E3}" type="datetimeFigureOut">
              <a:rPr lang="en-CA" smtClean="0"/>
              <a:t>2025-03-24</a:t>
            </a:fld>
            <a:endParaRPr lang="en-CA"/>
          </a:p>
        </p:txBody>
      </p:sp>
      <p:sp>
        <p:nvSpPr>
          <p:cNvPr id="3" name="Footer Placeholder 2">
            <a:extLst>
              <a:ext uri="{FF2B5EF4-FFF2-40B4-BE49-F238E27FC236}">
                <a16:creationId xmlns:a16="http://schemas.microsoft.com/office/drawing/2014/main" id="{350AA886-8F9E-8FFD-2DEC-ECC6995ED090}"/>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E29B1C1C-2850-344F-C45A-F782E6DC5F97}"/>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 smtClean="0"/>
              <a:t>‹#›</a:t>
            </a:fld>
            <a:endParaRPr lang="en"/>
          </a:p>
        </p:txBody>
      </p:sp>
    </p:spTree>
    <p:extLst>
      <p:ext uri="{BB962C8B-B14F-4D97-AF65-F5344CB8AC3E}">
        <p14:creationId xmlns:p14="http://schemas.microsoft.com/office/powerpoint/2010/main" val="238275232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1BDEB4-B283-FF2A-A4B2-1254EFB5181C}"/>
              </a:ext>
            </a:extLst>
          </p:cNvPr>
          <p:cNvSpPr>
            <a:spLocks noGrp="1"/>
          </p:cNvSpPr>
          <p:nvPr>
            <p:ph type="title"/>
          </p:nvPr>
        </p:nvSpPr>
        <p:spPr>
          <a:xfrm>
            <a:off x="629841" y="342900"/>
            <a:ext cx="2949178" cy="1200150"/>
          </a:xfrm>
        </p:spPr>
        <p:txBody>
          <a:bodyPr anchor="b"/>
          <a:lstStyle>
            <a:lvl1pPr>
              <a:defRPr sz="24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7AD5F744-5BC5-C602-E5CE-D1203F310C90}"/>
              </a:ext>
            </a:extLst>
          </p:cNvPr>
          <p:cNvSpPr>
            <a:spLocks noGrp="1"/>
          </p:cNvSpPr>
          <p:nvPr>
            <p:ph idx="1"/>
          </p:nvPr>
        </p:nvSpPr>
        <p:spPr>
          <a:xfrm>
            <a:off x="3887391" y="740569"/>
            <a:ext cx="4629150" cy="3655219"/>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FE629111-84FF-233F-DD73-D23FA86BFF24}"/>
              </a:ext>
            </a:extLst>
          </p:cNvPr>
          <p:cNvSpPr>
            <a:spLocks noGrp="1"/>
          </p:cNvSpPr>
          <p:nvPr>
            <p:ph type="body" sz="half" idx="2"/>
          </p:nvPr>
        </p:nvSpPr>
        <p:spPr>
          <a:xfrm>
            <a:off x="629841" y="1543050"/>
            <a:ext cx="2949178" cy="285869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3773109E-D520-9863-D705-C4B77C63B7DE}"/>
              </a:ext>
            </a:extLst>
          </p:cNvPr>
          <p:cNvSpPr>
            <a:spLocks noGrp="1"/>
          </p:cNvSpPr>
          <p:nvPr>
            <p:ph type="dt" sz="half" idx="10"/>
          </p:nvPr>
        </p:nvSpPr>
        <p:spPr/>
        <p:txBody>
          <a:bodyPr/>
          <a:lstStyle/>
          <a:p>
            <a:fld id="{D77A9FB6-8E5D-495F-BF84-C9F7C49074E3}" type="datetimeFigureOut">
              <a:rPr lang="en-CA" smtClean="0"/>
              <a:t>2025-03-24</a:t>
            </a:fld>
            <a:endParaRPr lang="en-CA"/>
          </a:p>
        </p:txBody>
      </p:sp>
      <p:sp>
        <p:nvSpPr>
          <p:cNvPr id="6" name="Footer Placeholder 5">
            <a:extLst>
              <a:ext uri="{FF2B5EF4-FFF2-40B4-BE49-F238E27FC236}">
                <a16:creationId xmlns:a16="http://schemas.microsoft.com/office/drawing/2014/main" id="{6A24FF0E-5FF7-436F-9AC5-30B363B381B9}"/>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5C18EF52-6E39-B2D0-9DA1-346C745ED621}"/>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 smtClean="0"/>
              <a:t>‹#›</a:t>
            </a:fld>
            <a:endParaRPr lang="en"/>
          </a:p>
        </p:txBody>
      </p:sp>
    </p:spTree>
    <p:extLst>
      <p:ext uri="{BB962C8B-B14F-4D97-AF65-F5344CB8AC3E}">
        <p14:creationId xmlns:p14="http://schemas.microsoft.com/office/powerpoint/2010/main" val="2069901971"/>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462050-8245-BBF5-B2E7-8E8EB2AD95E1}"/>
              </a:ext>
            </a:extLst>
          </p:cNvPr>
          <p:cNvSpPr>
            <a:spLocks noGrp="1"/>
          </p:cNvSpPr>
          <p:nvPr>
            <p:ph type="title"/>
          </p:nvPr>
        </p:nvSpPr>
        <p:spPr>
          <a:xfrm>
            <a:off x="629841" y="342900"/>
            <a:ext cx="2949178" cy="1200150"/>
          </a:xfrm>
        </p:spPr>
        <p:txBody>
          <a:bodyPr anchor="b"/>
          <a:lstStyle>
            <a:lvl1pPr>
              <a:defRPr sz="24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3EEFCC93-AD30-8043-D711-46E2BB00FFA6}"/>
              </a:ext>
            </a:extLst>
          </p:cNvPr>
          <p:cNvSpPr>
            <a:spLocks noGrp="1"/>
          </p:cNvSpPr>
          <p:nvPr>
            <p:ph type="pic" idx="1"/>
          </p:nvPr>
        </p:nvSpPr>
        <p:spPr>
          <a:xfrm>
            <a:off x="3887391" y="740569"/>
            <a:ext cx="4629150" cy="3655219"/>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CA"/>
          </a:p>
        </p:txBody>
      </p:sp>
      <p:sp>
        <p:nvSpPr>
          <p:cNvPr id="4" name="Text Placeholder 3">
            <a:extLst>
              <a:ext uri="{FF2B5EF4-FFF2-40B4-BE49-F238E27FC236}">
                <a16:creationId xmlns:a16="http://schemas.microsoft.com/office/drawing/2014/main" id="{6485B632-2E0D-9C6D-F62B-5773810E24F8}"/>
              </a:ext>
            </a:extLst>
          </p:cNvPr>
          <p:cNvSpPr>
            <a:spLocks noGrp="1"/>
          </p:cNvSpPr>
          <p:nvPr>
            <p:ph type="body" sz="half" idx="2"/>
          </p:nvPr>
        </p:nvSpPr>
        <p:spPr>
          <a:xfrm>
            <a:off x="629841" y="1543050"/>
            <a:ext cx="2949178" cy="285869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D3FF7A83-0F09-6960-9B0E-A89CDF1689C4}"/>
              </a:ext>
            </a:extLst>
          </p:cNvPr>
          <p:cNvSpPr>
            <a:spLocks noGrp="1"/>
          </p:cNvSpPr>
          <p:nvPr>
            <p:ph type="dt" sz="half" idx="10"/>
          </p:nvPr>
        </p:nvSpPr>
        <p:spPr/>
        <p:txBody>
          <a:bodyPr/>
          <a:lstStyle/>
          <a:p>
            <a:fld id="{D77A9FB6-8E5D-495F-BF84-C9F7C49074E3}" type="datetimeFigureOut">
              <a:rPr lang="en-CA" smtClean="0"/>
              <a:t>2025-03-24</a:t>
            </a:fld>
            <a:endParaRPr lang="en-CA"/>
          </a:p>
        </p:txBody>
      </p:sp>
      <p:sp>
        <p:nvSpPr>
          <p:cNvPr id="6" name="Footer Placeholder 5">
            <a:extLst>
              <a:ext uri="{FF2B5EF4-FFF2-40B4-BE49-F238E27FC236}">
                <a16:creationId xmlns:a16="http://schemas.microsoft.com/office/drawing/2014/main" id="{4F2A97C7-3FCE-1004-E5CA-C355D227C0D7}"/>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35056D32-7886-57A4-2ED7-2EBD12C4DE15}"/>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 smtClean="0"/>
              <a:t>‹#›</a:t>
            </a:fld>
            <a:endParaRPr lang="en"/>
          </a:p>
        </p:txBody>
      </p:sp>
    </p:spTree>
    <p:extLst>
      <p:ext uri="{BB962C8B-B14F-4D97-AF65-F5344CB8AC3E}">
        <p14:creationId xmlns:p14="http://schemas.microsoft.com/office/powerpoint/2010/main" val="3898213852"/>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9C0B5E-2EB8-E1B9-FC21-3784837348F7}"/>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3879B33E-74B6-E5E2-9D08-8E69C747D8A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960AA5D0-FC03-EEC3-8B61-89A5D984C136}"/>
              </a:ext>
            </a:extLst>
          </p:cNvPr>
          <p:cNvSpPr>
            <a:spLocks noGrp="1"/>
          </p:cNvSpPr>
          <p:nvPr>
            <p:ph type="dt" sz="half" idx="10"/>
          </p:nvPr>
        </p:nvSpPr>
        <p:spPr/>
        <p:txBody>
          <a:bodyPr/>
          <a:lstStyle/>
          <a:p>
            <a:fld id="{D77A9FB6-8E5D-495F-BF84-C9F7C49074E3}" type="datetimeFigureOut">
              <a:rPr lang="en-CA" smtClean="0"/>
              <a:t>2025-03-24</a:t>
            </a:fld>
            <a:endParaRPr lang="en-CA"/>
          </a:p>
        </p:txBody>
      </p:sp>
      <p:sp>
        <p:nvSpPr>
          <p:cNvPr id="5" name="Footer Placeholder 4">
            <a:extLst>
              <a:ext uri="{FF2B5EF4-FFF2-40B4-BE49-F238E27FC236}">
                <a16:creationId xmlns:a16="http://schemas.microsoft.com/office/drawing/2014/main" id="{04446037-7EEE-DBDF-695F-BBCBB58B948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DB631AC7-950F-345E-42AB-9C141ED81CDD}"/>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 smtClean="0"/>
              <a:t>‹#›</a:t>
            </a:fld>
            <a:endParaRPr lang="en"/>
          </a:p>
        </p:txBody>
      </p:sp>
    </p:spTree>
    <p:extLst>
      <p:ext uri="{BB962C8B-B14F-4D97-AF65-F5344CB8AC3E}">
        <p14:creationId xmlns:p14="http://schemas.microsoft.com/office/powerpoint/2010/main" val="621993677"/>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62067E1-AC84-A2A0-A71E-B01BE792E4C7}"/>
              </a:ext>
            </a:extLst>
          </p:cNvPr>
          <p:cNvSpPr>
            <a:spLocks noGrp="1"/>
          </p:cNvSpPr>
          <p:nvPr>
            <p:ph type="title" orient="vert"/>
          </p:nvPr>
        </p:nvSpPr>
        <p:spPr>
          <a:xfrm>
            <a:off x="6543675" y="273844"/>
            <a:ext cx="1971675" cy="4358879"/>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AD786C96-B4A9-88ED-377E-DF46A2389720}"/>
              </a:ext>
            </a:extLst>
          </p:cNvPr>
          <p:cNvSpPr>
            <a:spLocks noGrp="1"/>
          </p:cNvSpPr>
          <p:nvPr>
            <p:ph type="body" orient="vert" idx="1"/>
          </p:nvPr>
        </p:nvSpPr>
        <p:spPr>
          <a:xfrm>
            <a:off x="628650" y="273844"/>
            <a:ext cx="5800725" cy="435887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806306CC-FA96-40D2-6778-5C2D9519E49C}"/>
              </a:ext>
            </a:extLst>
          </p:cNvPr>
          <p:cNvSpPr>
            <a:spLocks noGrp="1"/>
          </p:cNvSpPr>
          <p:nvPr>
            <p:ph type="dt" sz="half" idx="10"/>
          </p:nvPr>
        </p:nvSpPr>
        <p:spPr/>
        <p:txBody>
          <a:bodyPr/>
          <a:lstStyle/>
          <a:p>
            <a:fld id="{D77A9FB6-8E5D-495F-BF84-C9F7C49074E3}" type="datetimeFigureOut">
              <a:rPr lang="en-CA" smtClean="0"/>
              <a:t>2025-03-24</a:t>
            </a:fld>
            <a:endParaRPr lang="en-CA"/>
          </a:p>
        </p:txBody>
      </p:sp>
      <p:sp>
        <p:nvSpPr>
          <p:cNvPr id="5" name="Footer Placeholder 4">
            <a:extLst>
              <a:ext uri="{FF2B5EF4-FFF2-40B4-BE49-F238E27FC236}">
                <a16:creationId xmlns:a16="http://schemas.microsoft.com/office/drawing/2014/main" id="{FC8F7E21-2EB3-CD74-B775-26B0B737C1C8}"/>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0CAFEB62-AECC-8B70-0F39-BB6D42732C6E}"/>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 smtClean="0"/>
              <a:t>‹#›</a:t>
            </a:fld>
            <a:endParaRPr lang="en"/>
          </a:p>
        </p:txBody>
      </p:sp>
    </p:spTree>
    <p:extLst>
      <p:ext uri="{BB962C8B-B14F-4D97-AF65-F5344CB8AC3E}">
        <p14:creationId xmlns:p14="http://schemas.microsoft.com/office/powerpoint/2010/main" val="3782919174"/>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Deck Title">
  <p:cSld name="Deck Title">
    <p:spTree>
      <p:nvGrpSpPr>
        <p:cNvPr id="1" name="Shape 9"/>
        <p:cNvGrpSpPr/>
        <p:nvPr/>
      </p:nvGrpSpPr>
      <p:grpSpPr>
        <a:xfrm>
          <a:off x="0" y="0"/>
          <a:ext cx="0" cy="0"/>
          <a:chOff x="0" y="0"/>
          <a:chExt cx="0" cy="0"/>
        </a:xfrm>
      </p:grpSpPr>
      <p:sp>
        <p:nvSpPr>
          <p:cNvPr id="11" name="Google Shape;11;p2"/>
          <p:cNvSpPr txBox="1">
            <a:spLocks noGrp="1"/>
          </p:cNvSpPr>
          <p:nvPr>
            <p:ph type="title"/>
          </p:nvPr>
        </p:nvSpPr>
        <p:spPr>
          <a:xfrm>
            <a:off x="541975" y="2036775"/>
            <a:ext cx="4847100" cy="1736100"/>
          </a:xfrm>
          <a:prstGeom prst="rect">
            <a:avLst/>
          </a:prstGeom>
        </p:spPr>
        <p:txBody>
          <a:bodyPr spcFirstLastPara="1" wrap="square" lIns="0" tIns="0" rIns="0" bIns="0" anchor="t" anchorCtr="0">
            <a:normAutofit/>
          </a:bodyPr>
          <a:lstStyle>
            <a:lvl1pPr lvl="0">
              <a:lnSpc>
                <a:spcPct val="95000"/>
              </a:lnSpc>
              <a:spcBef>
                <a:spcPts val="0"/>
              </a:spcBef>
              <a:spcAft>
                <a:spcPts val="0"/>
              </a:spcAft>
              <a:buSzPts val="4000"/>
              <a:buNone/>
              <a:defRPr sz="4000"/>
            </a:lvl1pPr>
            <a:lvl2pPr lvl="1">
              <a:lnSpc>
                <a:spcPct val="95000"/>
              </a:lnSpc>
              <a:spcBef>
                <a:spcPts val="0"/>
              </a:spcBef>
              <a:spcAft>
                <a:spcPts val="0"/>
              </a:spcAft>
              <a:buSzPts val="2800"/>
              <a:buNone/>
              <a:defRPr>
                <a:latin typeface="Roboto Mono Light"/>
                <a:ea typeface="Roboto Mono Light"/>
                <a:cs typeface="Roboto Mono Light"/>
                <a:sym typeface="Roboto Mono Light"/>
              </a:defRPr>
            </a:lvl2pPr>
            <a:lvl3pPr lvl="2">
              <a:lnSpc>
                <a:spcPct val="95000"/>
              </a:lnSpc>
              <a:spcBef>
                <a:spcPts val="0"/>
              </a:spcBef>
              <a:spcAft>
                <a:spcPts val="0"/>
              </a:spcAft>
              <a:buSzPts val="2800"/>
              <a:buNone/>
              <a:defRPr>
                <a:latin typeface="Roboto Mono Light"/>
                <a:ea typeface="Roboto Mono Light"/>
                <a:cs typeface="Roboto Mono Light"/>
                <a:sym typeface="Roboto Mono Light"/>
              </a:defRPr>
            </a:lvl3pPr>
            <a:lvl4pPr lvl="3">
              <a:lnSpc>
                <a:spcPct val="95000"/>
              </a:lnSpc>
              <a:spcBef>
                <a:spcPts val="0"/>
              </a:spcBef>
              <a:spcAft>
                <a:spcPts val="0"/>
              </a:spcAft>
              <a:buSzPts val="2800"/>
              <a:buNone/>
              <a:defRPr>
                <a:latin typeface="Roboto Mono Light"/>
                <a:ea typeface="Roboto Mono Light"/>
                <a:cs typeface="Roboto Mono Light"/>
                <a:sym typeface="Roboto Mono Light"/>
              </a:defRPr>
            </a:lvl4pPr>
            <a:lvl5pPr lvl="4">
              <a:lnSpc>
                <a:spcPct val="95000"/>
              </a:lnSpc>
              <a:spcBef>
                <a:spcPts val="0"/>
              </a:spcBef>
              <a:spcAft>
                <a:spcPts val="0"/>
              </a:spcAft>
              <a:buSzPts val="2800"/>
              <a:buNone/>
              <a:defRPr>
                <a:latin typeface="Roboto Mono Light"/>
                <a:ea typeface="Roboto Mono Light"/>
                <a:cs typeface="Roboto Mono Light"/>
                <a:sym typeface="Roboto Mono Light"/>
              </a:defRPr>
            </a:lvl5pPr>
            <a:lvl6pPr lvl="5">
              <a:lnSpc>
                <a:spcPct val="95000"/>
              </a:lnSpc>
              <a:spcBef>
                <a:spcPts val="0"/>
              </a:spcBef>
              <a:spcAft>
                <a:spcPts val="0"/>
              </a:spcAft>
              <a:buSzPts val="2800"/>
              <a:buNone/>
              <a:defRPr>
                <a:latin typeface="Roboto Mono Light"/>
                <a:ea typeface="Roboto Mono Light"/>
                <a:cs typeface="Roboto Mono Light"/>
                <a:sym typeface="Roboto Mono Light"/>
              </a:defRPr>
            </a:lvl6pPr>
            <a:lvl7pPr lvl="6">
              <a:lnSpc>
                <a:spcPct val="95000"/>
              </a:lnSpc>
              <a:spcBef>
                <a:spcPts val="0"/>
              </a:spcBef>
              <a:spcAft>
                <a:spcPts val="0"/>
              </a:spcAft>
              <a:buSzPts val="2800"/>
              <a:buNone/>
              <a:defRPr>
                <a:latin typeface="Roboto Mono Light"/>
                <a:ea typeface="Roboto Mono Light"/>
                <a:cs typeface="Roboto Mono Light"/>
                <a:sym typeface="Roboto Mono Light"/>
              </a:defRPr>
            </a:lvl7pPr>
            <a:lvl8pPr lvl="7">
              <a:lnSpc>
                <a:spcPct val="95000"/>
              </a:lnSpc>
              <a:spcBef>
                <a:spcPts val="0"/>
              </a:spcBef>
              <a:spcAft>
                <a:spcPts val="0"/>
              </a:spcAft>
              <a:buSzPts val="2800"/>
              <a:buNone/>
              <a:defRPr>
                <a:latin typeface="Roboto Mono Light"/>
                <a:ea typeface="Roboto Mono Light"/>
                <a:cs typeface="Roboto Mono Light"/>
                <a:sym typeface="Roboto Mono Light"/>
              </a:defRPr>
            </a:lvl8pPr>
            <a:lvl9pPr lvl="8">
              <a:lnSpc>
                <a:spcPct val="95000"/>
              </a:lnSpc>
              <a:spcBef>
                <a:spcPts val="0"/>
              </a:spcBef>
              <a:spcAft>
                <a:spcPts val="0"/>
              </a:spcAft>
              <a:buSzPts val="2800"/>
              <a:buNone/>
              <a:defRPr>
                <a:latin typeface="Roboto Mono Light"/>
                <a:ea typeface="Roboto Mono Light"/>
                <a:cs typeface="Roboto Mono Light"/>
                <a:sym typeface="Roboto Mono Light"/>
              </a:defRPr>
            </a:lvl9pPr>
          </a:lstStyle>
          <a:p>
            <a:endParaRPr/>
          </a:p>
        </p:txBody>
      </p:sp>
      <p:sp>
        <p:nvSpPr>
          <p:cNvPr id="12" name="Google Shape;12;p2"/>
          <p:cNvSpPr txBox="1">
            <a:spLocks noGrp="1"/>
          </p:cNvSpPr>
          <p:nvPr>
            <p:ph type="subTitle" idx="1"/>
          </p:nvPr>
        </p:nvSpPr>
        <p:spPr>
          <a:xfrm>
            <a:off x="1134386" y="4501770"/>
            <a:ext cx="3841500" cy="318000"/>
          </a:xfrm>
          <a:prstGeom prst="rect">
            <a:avLst/>
          </a:prstGeom>
        </p:spPr>
        <p:txBody>
          <a:bodyPr spcFirstLastPara="1" wrap="square" lIns="0" tIns="0" rIns="0" bIns="0" anchor="t" anchorCtr="0">
            <a:normAutofit/>
          </a:bodyPr>
          <a:lstStyle>
            <a:lvl1pPr lvl="0">
              <a:spcBef>
                <a:spcPts val="0"/>
              </a:spcBef>
              <a:spcAft>
                <a:spcPts val="0"/>
              </a:spcAft>
              <a:buClr>
                <a:schemeClr val="accent1"/>
              </a:buClr>
              <a:buSzPts val="1500"/>
              <a:buFont typeface="Google Sans"/>
              <a:buNone/>
              <a:defRPr sz="1500">
                <a:solidFill>
                  <a:schemeClr val="accent1"/>
                </a:solidFill>
                <a:latin typeface="Google Sans"/>
                <a:ea typeface="Google Sans"/>
                <a:cs typeface="Google Sans"/>
                <a:sym typeface="Google Sans"/>
              </a:defRPr>
            </a:lvl1pPr>
            <a:lvl2pPr lvl="1">
              <a:spcBef>
                <a:spcPts val="0"/>
              </a:spcBef>
              <a:spcAft>
                <a:spcPts val="0"/>
              </a:spcAft>
              <a:buClr>
                <a:schemeClr val="accent1"/>
              </a:buClr>
              <a:buSzPts val="1500"/>
              <a:buNone/>
              <a:defRPr sz="1500">
                <a:solidFill>
                  <a:schemeClr val="accent1"/>
                </a:solidFill>
              </a:defRPr>
            </a:lvl2pPr>
            <a:lvl3pPr lvl="2">
              <a:spcBef>
                <a:spcPts val="0"/>
              </a:spcBef>
              <a:spcAft>
                <a:spcPts val="0"/>
              </a:spcAft>
              <a:buClr>
                <a:schemeClr val="accent1"/>
              </a:buClr>
              <a:buSzPts val="1500"/>
              <a:buNone/>
              <a:defRPr sz="1500">
                <a:solidFill>
                  <a:schemeClr val="accent1"/>
                </a:solidFill>
              </a:defRPr>
            </a:lvl3pPr>
            <a:lvl4pPr lvl="3">
              <a:spcBef>
                <a:spcPts val="0"/>
              </a:spcBef>
              <a:spcAft>
                <a:spcPts val="0"/>
              </a:spcAft>
              <a:buClr>
                <a:schemeClr val="accent1"/>
              </a:buClr>
              <a:buSzPts val="1500"/>
              <a:buNone/>
              <a:defRPr sz="1500">
                <a:solidFill>
                  <a:schemeClr val="accent1"/>
                </a:solidFill>
              </a:defRPr>
            </a:lvl4pPr>
            <a:lvl5pPr lvl="4">
              <a:spcBef>
                <a:spcPts val="0"/>
              </a:spcBef>
              <a:spcAft>
                <a:spcPts val="0"/>
              </a:spcAft>
              <a:buClr>
                <a:schemeClr val="accent1"/>
              </a:buClr>
              <a:buSzPts val="1500"/>
              <a:buNone/>
              <a:defRPr sz="1500">
                <a:solidFill>
                  <a:schemeClr val="accent1"/>
                </a:solidFill>
              </a:defRPr>
            </a:lvl5pPr>
            <a:lvl6pPr lvl="5">
              <a:spcBef>
                <a:spcPts val="0"/>
              </a:spcBef>
              <a:spcAft>
                <a:spcPts val="0"/>
              </a:spcAft>
              <a:buClr>
                <a:schemeClr val="accent1"/>
              </a:buClr>
              <a:buSzPts val="1500"/>
              <a:buNone/>
              <a:defRPr sz="1500">
                <a:solidFill>
                  <a:schemeClr val="accent1"/>
                </a:solidFill>
              </a:defRPr>
            </a:lvl6pPr>
            <a:lvl7pPr lvl="6">
              <a:spcBef>
                <a:spcPts val="0"/>
              </a:spcBef>
              <a:spcAft>
                <a:spcPts val="0"/>
              </a:spcAft>
              <a:buClr>
                <a:schemeClr val="accent1"/>
              </a:buClr>
              <a:buSzPts val="1500"/>
              <a:buNone/>
              <a:defRPr sz="1500">
                <a:solidFill>
                  <a:schemeClr val="accent1"/>
                </a:solidFill>
              </a:defRPr>
            </a:lvl7pPr>
            <a:lvl8pPr lvl="7">
              <a:spcBef>
                <a:spcPts val="0"/>
              </a:spcBef>
              <a:spcAft>
                <a:spcPts val="0"/>
              </a:spcAft>
              <a:buClr>
                <a:schemeClr val="accent1"/>
              </a:buClr>
              <a:buSzPts val="1500"/>
              <a:buNone/>
              <a:defRPr sz="1500">
                <a:solidFill>
                  <a:schemeClr val="accent1"/>
                </a:solidFill>
              </a:defRPr>
            </a:lvl8pPr>
            <a:lvl9pPr lvl="8">
              <a:spcBef>
                <a:spcPts val="0"/>
              </a:spcBef>
              <a:spcAft>
                <a:spcPts val="0"/>
              </a:spcAft>
              <a:buClr>
                <a:schemeClr val="accent1"/>
              </a:buClr>
              <a:buSzPts val="1500"/>
              <a:buNone/>
              <a:defRPr sz="1500">
                <a:solidFill>
                  <a:schemeClr val="accent1"/>
                </a:solidFill>
              </a:defRPr>
            </a:lvl9pPr>
          </a:lstStyle>
          <a:p>
            <a:endParaRPr/>
          </a:p>
        </p:txBody>
      </p:sp>
    </p:spTree>
    <p:extLst>
      <p:ext uri="{BB962C8B-B14F-4D97-AF65-F5344CB8AC3E}">
        <p14:creationId xmlns:p14="http://schemas.microsoft.com/office/powerpoint/2010/main" val="132866099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amp; Two Columns" type="twoColTx">
  <p:cSld name="Title &amp; Two Columns">
    <p:spTree>
      <p:nvGrpSpPr>
        <p:cNvPr id="1" name="Shape 37"/>
        <p:cNvGrpSpPr/>
        <p:nvPr/>
      </p:nvGrpSpPr>
      <p:grpSpPr>
        <a:xfrm>
          <a:off x="0" y="0"/>
          <a:ext cx="0" cy="0"/>
          <a:chOff x="0" y="0"/>
          <a:chExt cx="0" cy="0"/>
        </a:xfrm>
      </p:grpSpPr>
      <p:sp>
        <p:nvSpPr>
          <p:cNvPr id="38" name="Google Shape;38;p13"/>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500"/>
              <a:buNone/>
              <a:defRPr sz="2500"/>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39" name="Google Shape;39;p13"/>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30200">
              <a:spcBef>
                <a:spcPts val="0"/>
              </a:spcBef>
              <a:spcAft>
                <a:spcPts val="0"/>
              </a:spcAft>
              <a:buClr>
                <a:srgbClr val="5F6368"/>
              </a:buClr>
              <a:buSzPts val="1600"/>
              <a:buFont typeface="Roboto Mono Light"/>
              <a:buChar char="●"/>
              <a:defRPr sz="1600">
                <a:solidFill>
                  <a:srgbClr val="5F6368"/>
                </a:solidFill>
                <a:latin typeface="Roboto Mono Light"/>
                <a:ea typeface="Roboto Mono Light"/>
                <a:cs typeface="Roboto Mono Light"/>
                <a:sym typeface="Roboto Mono Light"/>
              </a:defRPr>
            </a:lvl1pPr>
            <a:lvl2pPr marL="914400" lvl="1" indent="-330200">
              <a:spcBef>
                <a:spcPts val="0"/>
              </a:spcBef>
              <a:spcAft>
                <a:spcPts val="0"/>
              </a:spcAft>
              <a:buClr>
                <a:srgbClr val="5F6368"/>
              </a:buClr>
              <a:buSzPts val="1600"/>
              <a:buChar char="○"/>
              <a:defRPr sz="1600">
                <a:solidFill>
                  <a:srgbClr val="5F6368"/>
                </a:solidFill>
              </a:defRPr>
            </a:lvl2pPr>
            <a:lvl3pPr marL="1371600" lvl="2" indent="-330200">
              <a:spcBef>
                <a:spcPts val="0"/>
              </a:spcBef>
              <a:spcAft>
                <a:spcPts val="0"/>
              </a:spcAft>
              <a:buClr>
                <a:srgbClr val="5F6368"/>
              </a:buClr>
              <a:buSzPts val="1600"/>
              <a:buChar char="■"/>
              <a:defRPr sz="1600">
                <a:solidFill>
                  <a:srgbClr val="5F6368"/>
                </a:solidFill>
              </a:defRPr>
            </a:lvl3pPr>
            <a:lvl4pPr marL="1828800" lvl="3" indent="-330200">
              <a:spcBef>
                <a:spcPts val="0"/>
              </a:spcBef>
              <a:spcAft>
                <a:spcPts val="0"/>
              </a:spcAft>
              <a:buClr>
                <a:srgbClr val="5F6368"/>
              </a:buClr>
              <a:buSzPts val="1600"/>
              <a:buChar char="●"/>
              <a:defRPr sz="1600">
                <a:solidFill>
                  <a:srgbClr val="5F6368"/>
                </a:solidFill>
              </a:defRPr>
            </a:lvl4pPr>
            <a:lvl5pPr marL="2286000" lvl="4" indent="-330200">
              <a:spcBef>
                <a:spcPts val="0"/>
              </a:spcBef>
              <a:spcAft>
                <a:spcPts val="0"/>
              </a:spcAft>
              <a:buClr>
                <a:srgbClr val="5F6368"/>
              </a:buClr>
              <a:buSzPts val="1600"/>
              <a:buChar char="○"/>
              <a:defRPr sz="1600">
                <a:solidFill>
                  <a:srgbClr val="5F6368"/>
                </a:solidFill>
              </a:defRPr>
            </a:lvl5pPr>
            <a:lvl6pPr marL="2743200" lvl="5" indent="-330200">
              <a:spcBef>
                <a:spcPts val="0"/>
              </a:spcBef>
              <a:spcAft>
                <a:spcPts val="0"/>
              </a:spcAft>
              <a:buClr>
                <a:srgbClr val="5F6368"/>
              </a:buClr>
              <a:buSzPts val="1600"/>
              <a:buChar char="■"/>
              <a:defRPr sz="1600">
                <a:solidFill>
                  <a:srgbClr val="5F6368"/>
                </a:solidFill>
              </a:defRPr>
            </a:lvl6pPr>
            <a:lvl7pPr marL="3200400" lvl="6" indent="-330200">
              <a:spcBef>
                <a:spcPts val="0"/>
              </a:spcBef>
              <a:spcAft>
                <a:spcPts val="0"/>
              </a:spcAft>
              <a:buClr>
                <a:srgbClr val="5F6368"/>
              </a:buClr>
              <a:buSzPts val="1600"/>
              <a:buChar char="●"/>
              <a:defRPr sz="1600">
                <a:solidFill>
                  <a:srgbClr val="5F6368"/>
                </a:solidFill>
              </a:defRPr>
            </a:lvl7pPr>
            <a:lvl8pPr marL="3657600" lvl="7" indent="-330200">
              <a:spcBef>
                <a:spcPts val="0"/>
              </a:spcBef>
              <a:spcAft>
                <a:spcPts val="0"/>
              </a:spcAft>
              <a:buClr>
                <a:srgbClr val="5F6368"/>
              </a:buClr>
              <a:buSzPts val="1600"/>
              <a:buChar char="○"/>
              <a:defRPr sz="1600">
                <a:solidFill>
                  <a:srgbClr val="5F6368"/>
                </a:solidFill>
              </a:defRPr>
            </a:lvl8pPr>
            <a:lvl9pPr marL="4114800" lvl="8" indent="-330200">
              <a:spcBef>
                <a:spcPts val="0"/>
              </a:spcBef>
              <a:spcAft>
                <a:spcPts val="0"/>
              </a:spcAft>
              <a:buClr>
                <a:srgbClr val="5F6368"/>
              </a:buClr>
              <a:buSzPts val="1600"/>
              <a:buChar char="■"/>
              <a:defRPr sz="1600">
                <a:solidFill>
                  <a:srgbClr val="5F6368"/>
                </a:solidFill>
              </a:defRPr>
            </a:lvl9pPr>
          </a:lstStyle>
          <a:p>
            <a:endParaRPr/>
          </a:p>
        </p:txBody>
      </p:sp>
      <p:sp>
        <p:nvSpPr>
          <p:cNvPr id="40" name="Google Shape;40;p13"/>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30200">
              <a:spcBef>
                <a:spcPts val="0"/>
              </a:spcBef>
              <a:spcAft>
                <a:spcPts val="0"/>
              </a:spcAft>
              <a:buClr>
                <a:srgbClr val="5F6368"/>
              </a:buClr>
              <a:buSzPts val="1600"/>
              <a:buFont typeface="Roboto Mono Light"/>
              <a:buChar char="●"/>
              <a:defRPr sz="1600">
                <a:solidFill>
                  <a:srgbClr val="5F6368"/>
                </a:solidFill>
                <a:latin typeface="Roboto Mono Light"/>
                <a:ea typeface="Roboto Mono Light"/>
                <a:cs typeface="Roboto Mono Light"/>
                <a:sym typeface="Roboto Mono Light"/>
              </a:defRPr>
            </a:lvl1pPr>
            <a:lvl2pPr marL="914400" lvl="1" indent="-330200">
              <a:spcBef>
                <a:spcPts val="0"/>
              </a:spcBef>
              <a:spcAft>
                <a:spcPts val="0"/>
              </a:spcAft>
              <a:buClr>
                <a:srgbClr val="5F6368"/>
              </a:buClr>
              <a:buSzPts val="1600"/>
              <a:buChar char="○"/>
              <a:defRPr sz="1600">
                <a:solidFill>
                  <a:srgbClr val="5F6368"/>
                </a:solidFill>
              </a:defRPr>
            </a:lvl2pPr>
            <a:lvl3pPr marL="1371600" lvl="2" indent="-330200">
              <a:spcBef>
                <a:spcPts val="0"/>
              </a:spcBef>
              <a:spcAft>
                <a:spcPts val="0"/>
              </a:spcAft>
              <a:buClr>
                <a:srgbClr val="5F6368"/>
              </a:buClr>
              <a:buSzPts val="1600"/>
              <a:buChar char="■"/>
              <a:defRPr sz="1600">
                <a:solidFill>
                  <a:srgbClr val="5F6368"/>
                </a:solidFill>
              </a:defRPr>
            </a:lvl3pPr>
            <a:lvl4pPr marL="1828800" lvl="3" indent="-330200">
              <a:spcBef>
                <a:spcPts val="0"/>
              </a:spcBef>
              <a:spcAft>
                <a:spcPts val="0"/>
              </a:spcAft>
              <a:buClr>
                <a:srgbClr val="5F6368"/>
              </a:buClr>
              <a:buSzPts val="1600"/>
              <a:buChar char="●"/>
              <a:defRPr sz="1600">
                <a:solidFill>
                  <a:srgbClr val="5F6368"/>
                </a:solidFill>
              </a:defRPr>
            </a:lvl4pPr>
            <a:lvl5pPr marL="2286000" lvl="4" indent="-330200">
              <a:spcBef>
                <a:spcPts val="0"/>
              </a:spcBef>
              <a:spcAft>
                <a:spcPts val="0"/>
              </a:spcAft>
              <a:buClr>
                <a:srgbClr val="5F6368"/>
              </a:buClr>
              <a:buSzPts val="1600"/>
              <a:buChar char="○"/>
              <a:defRPr sz="1600">
                <a:solidFill>
                  <a:srgbClr val="5F6368"/>
                </a:solidFill>
              </a:defRPr>
            </a:lvl5pPr>
            <a:lvl6pPr marL="2743200" lvl="5" indent="-330200">
              <a:spcBef>
                <a:spcPts val="0"/>
              </a:spcBef>
              <a:spcAft>
                <a:spcPts val="0"/>
              </a:spcAft>
              <a:buClr>
                <a:srgbClr val="5F6368"/>
              </a:buClr>
              <a:buSzPts val="1600"/>
              <a:buChar char="■"/>
              <a:defRPr sz="1600">
                <a:solidFill>
                  <a:srgbClr val="5F6368"/>
                </a:solidFill>
              </a:defRPr>
            </a:lvl6pPr>
            <a:lvl7pPr marL="3200400" lvl="6" indent="-330200">
              <a:spcBef>
                <a:spcPts val="0"/>
              </a:spcBef>
              <a:spcAft>
                <a:spcPts val="0"/>
              </a:spcAft>
              <a:buClr>
                <a:srgbClr val="5F6368"/>
              </a:buClr>
              <a:buSzPts val="1600"/>
              <a:buChar char="●"/>
              <a:defRPr sz="1600">
                <a:solidFill>
                  <a:srgbClr val="5F6368"/>
                </a:solidFill>
              </a:defRPr>
            </a:lvl7pPr>
            <a:lvl8pPr marL="3657600" lvl="7" indent="-330200">
              <a:spcBef>
                <a:spcPts val="0"/>
              </a:spcBef>
              <a:spcAft>
                <a:spcPts val="0"/>
              </a:spcAft>
              <a:buClr>
                <a:srgbClr val="5F6368"/>
              </a:buClr>
              <a:buSzPts val="1600"/>
              <a:buChar char="○"/>
              <a:defRPr sz="1600">
                <a:solidFill>
                  <a:srgbClr val="5F6368"/>
                </a:solidFill>
              </a:defRPr>
            </a:lvl8pPr>
            <a:lvl9pPr marL="4114800" lvl="8" indent="-330200">
              <a:spcBef>
                <a:spcPts val="0"/>
              </a:spcBef>
              <a:spcAft>
                <a:spcPts val="0"/>
              </a:spcAft>
              <a:buClr>
                <a:srgbClr val="5F6368"/>
              </a:buClr>
              <a:buSzPts val="1600"/>
              <a:buChar char="■"/>
              <a:defRPr sz="1600">
                <a:solidFill>
                  <a:srgbClr val="5F6368"/>
                </a:solidFill>
              </a:defRPr>
            </a:lvl9pPr>
          </a:lstStyle>
          <a:p>
            <a:endParaRPr/>
          </a:p>
        </p:txBody>
      </p:sp>
      <p:sp>
        <p:nvSpPr>
          <p:cNvPr id="41" name="Google Shape;41;p1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extLst>
      <p:ext uri="{BB962C8B-B14F-4D97-AF65-F5344CB8AC3E}">
        <p14:creationId xmlns:p14="http://schemas.microsoft.com/office/powerpoint/2010/main" val="425139200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Section Title - Green">
  <p:cSld name="Section Title - Green">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944325" y="1875750"/>
            <a:ext cx="4568100" cy="2544900"/>
          </a:xfrm>
          <a:prstGeom prst="rect">
            <a:avLst/>
          </a:prstGeom>
        </p:spPr>
        <p:txBody>
          <a:bodyPr spcFirstLastPara="1" wrap="square" lIns="0" tIns="0" rIns="0" bIns="91425" anchor="t" anchorCtr="0">
            <a:normAutofit/>
          </a:bodyPr>
          <a:lstStyle>
            <a:lvl1pPr lvl="0" rtl="0">
              <a:spcBef>
                <a:spcPts val="0"/>
              </a:spcBef>
              <a:spcAft>
                <a:spcPts val="0"/>
              </a:spcAft>
              <a:buSzPts val="4200"/>
              <a:buNone/>
              <a:defRPr sz="42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8" name="Google Shape;18;p4"/>
          <p:cNvSpPr txBox="1">
            <a:spLocks noGrp="1"/>
          </p:cNvSpPr>
          <p:nvPr>
            <p:ph type="subTitle" idx="1"/>
          </p:nvPr>
        </p:nvSpPr>
        <p:spPr>
          <a:xfrm>
            <a:off x="4560135" y="1067343"/>
            <a:ext cx="3841500" cy="318000"/>
          </a:xfrm>
          <a:prstGeom prst="rect">
            <a:avLst/>
          </a:prstGeom>
        </p:spPr>
        <p:txBody>
          <a:bodyPr spcFirstLastPara="1" wrap="square" lIns="0" tIns="0" rIns="0" bIns="0" anchor="t" anchorCtr="0">
            <a:normAutofit/>
          </a:bodyPr>
          <a:lstStyle>
            <a:lvl1pPr lvl="0" rtl="0">
              <a:spcBef>
                <a:spcPts val="0"/>
              </a:spcBef>
              <a:spcAft>
                <a:spcPts val="0"/>
              </a:spcAft>
              <a:buClr>
                <a:schemeClr val="accent4"/>
              </a:buClr>
              <a:buSzPts val="1600"/>
              <a:buFont typeface="Google Sans"/>
              <a:buNone/>
              <a:defRPr sz="1600">
                <a:solidFill>
                  <a:schemeClr val="accent4"/>
                </a:solidFill>
                <a:latin typeface="Google Sans"/>
                <a:ea typeface="Google Sans"/>
                <a:cs typeface="Google Sans"/>
                <a:sym typeface="Google Sans"/>
              </a:defRPr>
            </a:lvl1pPr>
            <a:lvl2pPr lvl="1" rtl="0">
              <a:spcBef>
                <a:spcPts val="0"/>
              </a:spcBef>
              <a:spcAft>
                <a:spcPts val="0"/>
              </a:spcAft>
              <a:buClr>
                <a:schemeClr val="accent4"/>
              </a:buClr>
              <a:buSzPts val="1500"/>
              <a:buNone/>
              <a:defRPr sz="1500">
                <a:solidFill>
                  <a:schemeClr val="accent4"/>
                </a:solidFill>
              </a:defRPr>
            </a:lvl2pPr>
            <a:lvl3pPr lvl="2" rtl="0">
              <a:spcBef>
                <a:spcPts val="0"/>
              </a:spcBef>
              <a:spcAft>
                <a:spcPts val="0"/>
              </a:spcAft>
              <a:buClr>
                <a:schemeClr val="accent4"/>
              </a:buClr>
              <a:buSzPts val="1500"/>
              <a:buNone/>
              <a:defRPr sz="1500">
                <a:solidFill>
                  <a:schemeClr val="accent4"/>
                </a:solidFill>
              </a:defRPr>
            </a:lvl3pPr>
            <a:lvl4pPr lvl="3" rtl="0">
              <a:spcBef>
                <a:spcPts val="0"/>
              </a:spcBef>
              <a:spcAft>
                <a:spcPts val="0"/>
              </a:spcAft>
              <a:buClr>
                <a:schemeClr val="accent4"/>
              </a:buClr>
              <a:buSzPts val="1500"/>
              <a:buNone/>
              <a:defRPr sz="1500">
                <a:solidFill>
                  <a:schemeClr val="accent4"/>
                </a:solidFill>
              </a:defRPr>
            </a:lvl4pPr>
            <a:lvl5pPr lvl="4" rtl="0">
              <a:spcBef>
                <a:spcPts val="0"/>
              </a:spcBef>
              <a:spcAft>
                <a:spcPts val="0"/>
              </a:spcAft>
              <a:buClr>
                <a:schemeClr val="accent4"/>
              </a:buClr>
              <a:buSzPts val="1500"/>
              <a:buNone/>
              <a:defRPr sz="1500">
                <a:solidFill>
                  <a:schemeClr val="accent4"/>
                </a:solidFill>
              </a:defRPr>
            </a:lvl5pPr>
            <a:lvl6pPr lvl="5" rtl="0">
              <a:spcBef>
                <a:spcPts val="0"/>
              </a:spcBef>
              <a:spcAft>
                <a:spcPts val="0"/>
              </a:spcAft>
              <a:buClr>
                <a:schemeClr val="accent4"/>
              </a:buClr>
              <a:buSzPts val="1500"/>
              <a:buNone/>
              <a:defRPr sz="1500">
                <a:solidFill>
                  <a:schemeClr val="accent4"/>
                </a:solidFill>
              </a:defRPr>
            </a:lvl6pPr>
            <a:lvl7pPr lvl="6" rtl="0">
              <a:spcBef>
                <a:spcPts val="0"/>
              </a:spcBef>
              <a:spcAft>
                <a:spcPts val="0"/>
              </a:spcAft>
              <a:buClr>
                <a:schemeClr val="accent4"/>
              </a:buClr>
              <a:buSzPts val="1500"/>
              <a:buNone/>
              <a:defRPr sz="1500">
                <a:solidFill>
                  <a:schemeClr val="accent4"/>
                </a:solidFill>
              </a:defRPr>
            </a:lvl7pPr>
            <a:lvl8pPr lvl="7" rtl="0">
              <a:spcBef>
                <a:spcPts val="0"/>
              </a:spcBef>
              <a:spcAft>
                <a:spcPts val="0"/>
              </a:spcAft>
              <a:buClr>
                <a:schemeClr val="accent4"/>
              </a:buClr>
              <a:buSzPts val="1500"/>
              <a:buNone/>
              <a:defRPr sz="1500">
                <a:solidFill>
                  <a:schemeClr val="accent4"/>
                </a:solidFill>
              </a:defRPr>
            </a:lvl8pPr>
            <a:lvl9pPr lvl="8" rtl="0">
              <a:spcBef>
                <a:spcPts val="0"/>
              </a:spcBef>
              <a:spcAft>
                <a:spcPts val="0"/>
              </a:spcAft>
              <a:buClr>
                <a:schemeClr val="accent4"/>
              </a:buClr>
              <a:buSzPts val="1500"/>
              <a:buNone/>
              <a:defRPr sz="1500">
                <a:solidFill>
                  <a:schemeClr val="accent4"/>
                </a:solidFill>
              </a:defRPr>
            </a:lvl9pPr>
          </a:lstStyle>
          <a:p>
            <a:endParaRPr/>
          </a:p>
        </p:txBody>
      </p:sp>
    </p:spTree>
    <p:extLst>
      <p:ext uri="{BB962C8B-B14F-4D97-AF65-F5344CB8AC3E}">
        <p14:creationId xmlns:p14="http://schemas.microsoft.com/office/powerpoint/2010/main" val="49097136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Half Page Quote">
  <p:cSld name="Half Page Quote">
    <p:spTree>
      <p:nvGrpSpPr>
        <p:cNvPr id="1" name="Shape 53"/>
        <p:cNvGrpSpPr/>
        <p:nvPr/>
      </p:nvGrpSpPr>
      <p:grpSpPr>
        <a:xfrm>
          <a:off x="0" y="0"/>
          <a:ext cx="0" cy="0"/>
          <a:chOff x="0" y="0"/>
          <a:chExt cx="0" cy="0"/>
        </a:xfrm>
      </p:grpSpPr>
      <p:sp>
        <p:nvSpPr>
          <p:cNvPr id="54" name="Google Shape;54;p1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55" name="Google Shape;55;p16"/>
          <p:cNvSpPr txBox="1">
            <a:spLocks noGrp="1"/>
          </p:cNvSpPr>
          <p:nvPr>
            <p:ph type="title"/>
          </p:nvPr>
        </p:nvSpPr>
        <p:spPr>
          <a:xfrm>
            <a:off x="311700" y="555600"/>
            <a:ext cx="4312800" cy="4107600"/>
          </a:xfrm>
          <a:prstGeom prst="rect">
            <a:avLst/>
          </a:prstGeom>
        </p:spPr>
        <p:txBody>
          <a:bodyPr spcFirstLastPara="1" wrap="square" lIns="91425" tIns="91425" rIns="91425" bIns="91425" anchor="ctr" anchorCtr="0">
            <a:noAutofit/>
          </a:bodyPr>
          <a:lstStyle>
            <a:lvl1pPr lvl="0" rtl="0">
              <a:lnSpc>
                <a:spcPct val="115000"/>
              </a:lnSpc>
              <a:spcBef>
                <a:spcPts val="0"/>
              </a:spcBef>
              <a:spcAft>
                <a:spcPts val="0"/>
              </a:spcAft>
              <a:buSzPts val="2900"/>
              <a:buNone/>
              <a:defRPr sz="29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Tree>
    <p:extLst>
      <p:ext uri="{BB962C8B-B14F-4D97-AF65-F5344CB8AC3E}">
        <p14:creationId xmlns:p14="http://schemas.microsoft.com/office/powerpoint/2010/main" val="324702791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Half Page Number">
  <p:cSld name="Half Page Number">
    <p:spTree>
      <p:nvGrpSpPr>
        <p:cNvPr id="1" name="Shape 58"/>
        <p:cNvGrpSpPr/>
        <p:nvPr/>
      </p:nvGrpSpPr>
      <p:grpSpPr>
        <a:xfrm>
          <a:off x="0" y="0"/>
          <a:ext cx="0" cy="0"/>
          <a:chOff x="0" y="0"/>
          <a:chExt cx="0" cy="0"/>
        </a:xfrm>
      </p:grpSpPr>
      <p:sp>
        <p:nvSpPr>
          <p:cNvPr id="59" name="Google Shape;59;p1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60" name="Google Shape;60;p17"/>
          <p:cNvSpPr txBox="1">
            <a:spLocks noGrp="1"/>
          </p:cNvSpPr>
          <p:nvPr>
            <p:ph type="title" hasCustomPrompt="1"/>
          </p:nvPr>
        </p:nvSpPr>
        <p:spPr>
          <a:xfrm>
            <a:off x="311700" y="1840275"/>
            <a:ext cx="2518500" cy="1462200"/>
          </a:xfrm>
          <a:prstGeom prst="rect">
            <a:avLst/>
          </a:prstGeom>
        </p:spPr>
        <p:txBody>
          <a:bodyPr spcFirstLastPara="1" wrap="square" lIns="91425" tIns="91425" rIns="91425" bIns="91425" anchor="b" anchorCtr="0">
            <a:normAutofit/>
          </a:bodyPr>
          <a:lstStyle>
            <a:lvl1pPr lvl="0" rtl="0">
              <a:spcBef>
                <a:spcPts val="0"/>
              </a:spcBef>
              <a:spcAft>
                <a:spcPts val="0"/>
              </a:spcAft>
              <a:buClr>
                <a:srgbClr val="202124"/>
              </a:buClr>
              <a:buSzPts val="8700"/>
              <a:buNone/>
              <a:defRPr sz="8700">
                <a:solidFill>
                  <a:srgbClr val="202124"/>
                </a:solidFill>
              </a:defRPr>
            </a:lvl1pPr>
            <a:lvl2pPr lvl="1" rtl="0">
              <a:spcBef>
                <a:spcPts val="0"/>
              </a:spcBef>
              <a:spcAft>
                <a:spcPts val="0"/>
              </a:spcAft>
              <a:buSzPts val="12000"/>
              <a:buNone/>
              <a:defRPr sz="12000"/>
            </a:lvl2pPr>
            <a:lvl3pPr lvl="2" rtl="0">
              <a:spcBef>
                <a:spcPts val="0"/>
              </a:spcBef>
              <a:spcAft>
                <a:spcPts val="0"/>
              </a:spcAft>
              <a:buSzPts val="12000"/>
              <a:buNone/>
              <a:defRPr sz="12000"/>
            </a:lvl3pPr>
            <a:lvl4pPr lvl="3" rtl="0">
              <a:spcBef>
                <a:spcPts val="0"/>
              </a:spcBef>
              <a:spcAft>
                <a:spcPts val="0"/>
              </a:spcAft>
              <a:buSzPts val="12000"/>
              <a:buNone/>
              <a:defRPr sz="12000"/>
            </a:lvl4pPr>
            <a:lvl5pPr lvl="4" rtl="0">
              <a:spcBef>
                <a:spcPts val="0"/>
              </a:spcBef>
              <a:spcAft>
                <a:spcPts val="0"/>
              </a:spcAft>
              <a:buSzPts val="12000"/>
              <a:buNone/>
              <a:defRPr sz="12000"/>
            </a:lvl5pPr>
            <a:lvl6pPr lvl="5" rtl="0">
              <a:spcBef>
                <a:spcPts val="0"/>
              </a:spcBef>
              <a:spcAft>
                <a:spcPts val="0"/>
              </a:spcAft>
              <a:buSzPts val="12000"/>
              <a:buNone/>
              <a:defRPr sz="12000"/>
            </a:lvl6pPr>
            <a:lvl7pPr lvl="6" rtl="0">
              <a:spcBef>
                <a:spcPts val="0"/>
              </a:spcBef>
              <a:spcAft>
                <a:spcPts val="0"/>
              </a:spcAft>
              <a:buSzPts val="12000"/>
              <a:buNone/>
              <a:defRPr sz="12000"/>
            </a:lvl7pPr>
            <a:lvl8pPr lvl="7" rtl="0">
              <a:spcBef>
                <a:spcPts val="0"/>
              </a:spcBef>
              <a:spcAft>
                <a:spcPts val="0"/>
              </a:spcAft>
              <a:buSzPts val="12000"/>
              <a:buNone/>
              <a:defRPr sz="12000"/>
            </a:lvl8pPr>
            <a:lvl9pPr lvl="8" rtl="0">
              <a:spcBef>
                <a:spcPts val="0"/>
              </a:spcBef>
              <a:spcAft>
                <a:spcPts val="0"/>
              </a:spcAft>
              <a:buSzPts val="12000"/>
              <a:buNone/>
              <a:defRPr sz="12000"/>
            </a:lvl9pPr>
          </a:lstStyle>
          <a:p>
            <a:r>
              <a:t>xx%</a:t>
            </a:r>
          </a:p>
        </p:txBody>
      </p:sp>
      <p:sp>
        <p:nvSpPr>
          <p:cNvPr id="61" name="Google Shape;61;p17"/>
          <p:cNvSpPr txBox="1">
            <a:spLocks noGrp="1"/>
          </p:cNvSpPr>
          <p:nvPr>
            <p:ph type="title" idx="2"/>
          </p:nvPr>
        </p:nvSpPr>
        <p:spPr>
          <a:xfrm>
            <a:off x="311700" y="1257225"/>
            <a:ext cx="3994200" cy="583800"/>
          </a:xfrm>
          <a:prstGeom prst="rect">
            <a:avLst/>
          </a:prstGeom>
        </p:spPr>
        <p:txBody>
          <a:bodyPr spcFirstLastPara="1" wrap="square" lIns="91425" tIns="91425" rIns="91425" bIns="91425" anchor="t" anchorCtr="0">
            <a:normAutofit/>
          </a:bodyPr>
          <a:lstStyle>
            <a:lvl1pPr lvl="0" rtl="0">
              <a:spcBef>
                <a:spcPts val="0"/>
              </a:spcBef>
              <a:spcAft>
                <a:spcPts val="0"/>
              </a:spcAft>
              <a:buClr>
                <a:srgbClr val="5F6368"/>
              </a:buClr>
              <a:buSzPts val="2500"/>
              <a:buFont typeface="Roboto Mono Light"/>
              <a:buNone/>
              <a:defRPr sz="2500" b="0">
                <a:solidFill>
                  <a:srgbClr val="5F6368"/>
                </a:solidFill>
                <a:latin typeface="Roboto Mono Light"/>
                <a:ea typeface="Roboto Mono Light"/>
                <a:cs typeface="Roboto Mono Light"/>
                <a:sym typeface="Roboto Mono Light"/>
              </a:defRPr>
            </a:lvl1pPr>
            <a:lvl2pPr lvl="1" rtl="0">
              <a:spcBef>
                <a:spcPts val="0"/>
              </a:spcBef>
              <a:spcAft>
                <a:spcPts val="0"/>
              </a:spcAft>
              <a:buClr>
                <a:srgbClr val="5F6368"/>
              </a:buClr>
              <a:buSzPts val="2800"/>
              <a:buNone/>
              <a:defRPr>
                <a:solidFill>
                  <a:srgbClr val="5F6368"/>
                </a:solidFill>
              </a:defRPr>
            </a:lvl2pPr>
            <a:lvl3pPr lvl="2" rtl="0">
              <a:spcBef>
                <a:spcPts val="0"/>
              </a:spcBef>
              <a:spcAft>
                <a:spcPts val="0"/>
              </a:spcAft>
              <a:buClr>
                <a:srgbClr val="5F6368"/>
              </a:buClr>
              <a:buSzPts val="2800"/>
              <a:buNone/>
              <a:defRPr>
                <a:solidFill>
                  <a:srgbClr val="5F6368"/>
                </a:solidFill>
              </a:defRPr>
            </a:lvl3pPr>
            <a:lvl4pPr lvl="3" rtl="0">
              <a:spcBef>
                <a:spcPts val="0"/>
              </a:spcBef>
              <a:spcAft>
                <a:spcPts val="0"/>
              </a:spcAft>
              <a:buClr>
                <a:srgbClr val="5F6368"/>
              </a:buClr>
              <a:buSzPts val="2800"/>
              <a:buNone/>
              <a:defRPr>
                <a:solidFill>
                  <a:srgbClr val="5F6368"/>
                </a:solidFill>
              </a:defRPr>
            </a:lvl4pPr>
            <a:lvl5pPr lvl="4" rtl="0">
              <a:spcBef>
                <a:spcPts val="0"/>
              </a:spcBef>
              <a:spcAft>
                <a:spcPts val="0"/>
              </a:spcAft>
              <a:buClr>
                <a:srgbClr val="5F6368"/>
              </a:buClr>
              <a:buSzPts val="2800"/>
              <a:buNone/>
              <a:defRPr>
                <a:solidFill>
                  <a:srgbClr val="5F6368"/>
                </a:solidFill>
              </a:defRPr>
            </a:lvl5pPr>
            <a:lvl6pPr lvl="5" rtl="0">
              <a:spcBef>
                <a:spcPts val="0"/>
              </a:spcBef>
              <a:spcAft>
                <a:spcPts val="0"/>
              </a:spcAft>
              <a:buClr>
                <a:srgbClr val="5F6368"/>
              </a:buClr>
              <a:buSzPts val="2800"/>
              <a:buNone/>
              <a:defRPr>
                <a:solidFill>
                  <a:srgbClr val="5F6368"/>
                </a:solidFill>
              </a:defRPr>
            </a:lvl6pPr>
            <a:lvl7pPr lvl="6" rtl="0">
              <a:spcBef>
                <a:spcPts val="0"/>
              </a:spcBef>
              <a:spcAft>
                <a:spcPts val="0"/>
              </a:spcAft>
              <a:buClr>
                <a:srgbClr val="5F6368"/>
              </a:buClr>
              <a:buSzPts val="2800"/>
              <a:buNone/>
              <a:defRPr>
                <a:solidFill>
                  <a:srgbClr val="5F6368"/>
                </a:solidFill>
              </a:defRPr>
            </a:lvl7pPr>
            <a:lvl8pPr lvl="7" rtl="0">
              <a:spcBef>
                <a:spcPts val="0"/>
              </a:spcBef>
              <a:spcAft>
                <a:spcPts val="0"/>
              </a:spcAft>
              <a:buClr>
                <a:srgbClr val="5F6368"/>
              </a:buClr>
              <a:buSzPts val="2800"/>
              <a:buNone/>
              <a:defRPr>
                <a:solidFill>
                  <a:srgbClr val="5F6368"/>
                </a:solidFill>
              </a:defRPr>
            </a:lvl8pPr>
            <a:lvl9pPr lvl="8" rtl="0">
              <a:spcBef>
                <a:spcPts val="0"/>
              </a:spcBef>
              <a:spcAft>
                <a:spcPts val="0"/>
              </a:spcAft>
              <a:buClr>
                <a:srgbClr val="5F6368"/>
              </a:buClr>
              <a:buSzPts val="2800"/>
              <a:buNone/>
              <a:defRPr>
                <a:solidFill>
                  <a:srgbClr val="5F6368"/>
                </a:solidFill>
              </a:defRPr>
            </a:lvl9pPr>
          </a:lstStyle>
          <a:p>
            <a:endParaRPr/>
          </a:p>
        </p:txBody>
      </p:sp>
      <p:sp>
        <p:nvSpPr>
          <p:cNvPr id="62" name="Google Shape;62;p17"/>
          <p:cNvSpPr txBox="1">
            <a:spLocks noGrp="1"/>
          </p:cNvSpPr>
          <p:nvPr>
            <p:ph type="title" idx="3"/>
          </p:nvPr>
        </p:nvSpPr>
        <p:spPr>
          <a:xfrm>
            <a:off x="311700" y="3302475"/>
            <a:ext cx="4121100" cy="583800"/>
          </a:xfrm>
          <a:prstGeom prst="rect">
            <a:avLst/>
          </a:prstGeom>
        </p:spPr>
        <p:txBody>
          <a:bodyPr spcFirstLastPara="1" wrap="square" lIns="91425" tIns="91425" rIns="91425" bIns="91425" anchor="t" anchorCtr="0">
            <a:normAutofit/>
          </a:bodyPr>
          <a:lstStyle>
            <a:lvl1pPr lvl="0" rtl="0">
              <a:spcBef>
                <a:spcPts val="0"/>
              </a:spcBef>
              <a:spcAft>
                <a:spcPts val="0"/>
              </a:spcAft>
              <a:buClr>
                <a:srgbClr val="5F6368"/>
              </a:buClr>
              <a:buSzPts val="2500"/>
              <a:buFont typeface="Roboto Mono Light"/>
              <a:buNone/>
              <a:defRPr sz="2500" b="0">
                <a:solidFill>
                  <a:srgbClr val="5F6368"/>
                </a:solidFill>
                <a:latin typeface="Roboto Mono Light"/>
                <a:ea typeface="Roboto Mono Light"/>
                <a:cs typeface="Roboto Mono Light"/>
                <a:sym typeface="Roboto Mono Light"/>
              </a:defRPr>
            </a:lvl1pPr>
            <a:lvl2pPr lvl="1" rtl="0">
              <a:spcBef>
                <a:spcPts val="0"/>
              </a:spcBef>
              <a:spcAft>
                <a:spcPts val="0"/>
              </a:spcAft>
              <a:buClr>
                <a:srgbClr val="5F6368"/>
              </a:buClr>
              <a:buSzPts val="2800"/>
              <a:buFont typeface="Roboto Mono Light"/>
              <a:buNone/>
              <a:defRPr>
                <a:solidFill>
                  <a:srgbClr val="5F6368"/>
                </a:solidFill>
                <a:latin typeface="Roboto Mono Light"/>
                <a:ea typeface="Roboto Mono Light"/>
                <a:cs typeface="Roboto Mono Light"/>
                <a:sym typeface="Roboto Mono Light"/>
              </a:defRPr>
            </a:lvl2pPr>
            <a:lvl3pPr lvl="2" rtl="0">
              <a:spcBef>
                <a:spcPts val="0"/>
              </a:spcBef>
              <a:spcAft>
                <a:spcPts val="0"/>
              </a:spcAft>
              <a:buClr>
                <a:srgbClr val="5F6368"/>
              </a:buClr>
              <a:buSzPts val="2800"/>
              <a:buFont typeface="Roboto Mono Light"/>
              <a:buNone/>
              <a:defRPr>
                <a:solidFill>
                  <a:srgbClr val="5F6368"/>
                </a:solidFill>
                <a:latin typeface="Roboto Mono Light"/>
                <a:ea typeface="Roboto Mono Light"/>
                <a:cs typeface="Roboto Mono Light"/>
                <a:sym typeface="Roboto Mono Light"/>
              </a:defRPr>
            </a:lvl3pPr>
            <a:lvl4pPr lvl="3" rtl="0">
              <a:spcBef>
                <a:spcPts val="0"/>
              </a:spcBef>
              <a:spcAft>
                <a:spcPts val="0"/>
              </a:spcAft>
              <a:buClr>
                <a:srgbClr val="5F6368"/>
              </a:buClr>
              <a:buSzPts val="2800"/>
              <a:buFont typeface="Roboto Mono Light"/>
              <a:buNone/>
              <a:defRPr>
                <a:solidFill>
                  <a:srgbClr val="5F6368"/>
                </a:solidFill>
                <a:latin typeface="Roboto Mono Light"/>
                <a:ea typeface="Roboto Mono Light"/>
                <a:cs typeface="Roboto Mono Light"/>
                <a:sym typeface="Roboto Mono Light"/>
              </a:defRPr>
            </a:lvl4pPr>
            <a:lvl5pPr lvl="4" rtl="0">
              <a:spcBef>
                <a:spcPts val="0"/>
              </a:spcBef>
              <a:spcAft>
                <a:spcPts val="0"/>
              </a:spcAft>
              <a:buClr>
                <a:srgbClr val="5F6368"/>
              </a:buClr>
              <a:buSzPts val="2800"/>
              <a:buFont typeface="Roboto Mono Light"/>
              <a:buNone/>
              <a:defRPr>
                <a:solidFill>
                  <a:srgbClr val="5F6368"/>
                </a:solidFill>
                <a:latin typeface="Roboto Mono Light"/>
                <a:ea typeface="Roboto Mono Light"/>
                <a:cs typeface="Roboto Mono Light"/>
                <a:sym typeface="Roboto Mono Light"/>
              </a:defRPr>
            </a:lvl5pPr>
            <a:lvl6pPr lvl="5" rtl="0">
              <a:spcBef>
                <a:spcPts val="0"/>
              </a:spcBef>
              <a:spcAft>
                <a:spcPts val="0"/>
              </a:spcAft>
              <a:buClr>
                <a:srgbClr val="5F6368"/>
              </a:buClr>
              <a:buSzPts val="2800"/>
              <a:buFont typeface="Roboto Mono Light"/>
              <a:buNone/>
              <a:defRPr>
                <a:solidFill>
                  <a:srgbClr val="5F6368"/>
                </a:solidFill>
                <a:latin typeface="Roboto Mono Light"/>
                <a:ea typeface="Roboto Mono Light"/>
                <a:cs typeface="Roboto Mono Light"/>
                <a:sym typeface="Roboto Mono Light"/>
              </a:defRPr>
            </a:lvl6pPr>
            <a:lvl7pPr lvl="6" rtl="0">
              <a:spcBef>
                <a:spcPts val="0"/>
              </a:spcBef>
              <a:spcAft>
                <a:spcPts val="0"/>
              </a:spcAft>
              <a:buClr>
                <a:srgbClr val="5F6368"/>
              </a:buClr>
              <a:buSzPts val="2800"/>
              <a:buFont typeface="Roboto Mono Light"/>
              <a:buNone/>
              <a:defRPr>
                <a:solidFill>
                  <a:srgbClr val="5F6368"/>
                </a:solidFill>
                <a:latin typeface="Roboto Mono Light"/>
                <a:ea typeface="Roboto Mono Light"/>
                <a:cs typeface="Roboto Mono Light"/>
                <a:sym typeface="Roboto Mono Light"/>
              </a:defRPr>
            </a:lvl7pPr>
            <a:lvl8pPr lvl="7" rtl="0">
              <a:spcBef>
                <a:spcPts val="0"/>
              </a:spcBef>
              <a:spcAft>
                <a:spcPts val="0"/>
              </a:spcAft>
              <a:buClr>
                <a:srgbClr val="5F6368"/>
              </a:buClr>
              <a:buSzPts val="2800"/>
              <a:buFont typeface="Roboto Mono Light"/>
              <a:buNone/>
              <a:defRPr>
                <a:solidFill>
                  <a:srgbClr val="5F6368"/>
                </a:solidFill>
                <a:latin typeface="Roboto Mono Light"/>
                <a:ea typeface="Roboto Mono Light"/>
                <a:cs typeface="Roboto Mono Light"/>
                <a:sym typeface="Roboto Mono Light"/>
              </a:defRPr>
            </a:lvl8pPr>
            <a:lvl9pPr lvl="8" rtl="0">
              <a:spcBef>
                <a:spcPts val="0"/>
              </a:spcBef>
              <a:spcAft>
                <a:spcPts val="0"/>
              </a:spcAft>
              <a:buClr>
                <a:srgbClr val="5F6368"/>
              </a:buClr>
              <a:buSzPts val="2800"/>
              <a:buFont typeface="Roboto Mono Light"/>
              <a:buNone/>
              <a:defRPr>
                <a:solidFill>
                  <a:srgbClr val="5F6368"/>
                </a:solidFill>
                <a:latin typeface="Roboto Mono Light"/>
                <a:ea typeface="Roboto Mono Light"/>
                <a:cs typeface="Roboto Mono Light"/>
                <a:sym typeface="Roboto Mono Light"/>
              </a:defRPr>
            </a:lvl9pPr>
          </a:lstStyle>
          <a:p>
            <a:endParaRPr/>
          </a:p>
        </p:txBody>
      </p:sp>
    </p:spTree>
    <p:extLst>
      <p:ext uri="{BB962C8B-B14F-4D97-AF65-F5344CB8AC3E}">
        <p14:creationId xmlns:p14="http://schemas.microsoft.com/office/powerpoint/2010/main" val="366423520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mp; One Column">
  <p:cSld name="Title &amp; One Column">
    <p:spTree>
      <p:nvGrpSpPr>
        <p:cNvPr id="1" name="Shape 31"/>
        <p:cNvGrpSpPr/>
        <p:nvPr/>
      </p:nvGrpSpPr>
      <p:grpSpPr>
        <a:xfrm>
          <a:off x="0" y="0"/>
          <a:ext cx="0" cy="0"/>
          <a:chOff x="0" y="0"/>
          <a:chExt cx="0" cy="0"/>
        </a:xfrm>
      </p:grpSpPr>
      <p:sp>
        <p:nvSpPr>
          <p:cNvPr id="32" name="Google Shape;32;p57"/>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33" name="Google Shape;33;p57"/>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Autofit/>
          </a:bodyPr>
          <a:lstStyle>
            <a:lvl1pPr marL="457200" lvl="0" indent="-330200" algn="l">
              <a:lnSpc>
                <a:spcPct val="115000"/>
              </a:lnSpc>
              <a:spcBef>
                <a:spcPts val="0"/>
              </a:spcBef>
              <a:spcAft>
                <a:spcPts val="0"/>
              </a:spcAft>
              <a:buClr>
                <a:srgbClr val="5F6368"/>
              </a:buClr>
              <a:buSzPts val="1600"/>
              <a:buFont typeface="Roboto Mono Light"/>
              <a:buChar char="●"/>
              <a:defRPr sz="1600">
                <a:solidFill>
                  <a:srgbClr val="5F6368"/>
                </a:solidFill>
                <a:latin typeface="Roboto Mono Light"/>
                <a:ea typeface="Roboto Mono Light"/>
                <a:cs typeface="Roboto Mono Light"/>
                <a:sym typeface="Roboto Mono Light"/>
              </a:defRPr>
            </a:lvl1pPr>
            <a:lvl2pPr marL="914400" lvl="1" indent="-330200" algn="l">
              <a:lnSpc>
                <a:spcPct val="115000"/>
              </a:lnSpc>
              <a:spcBef>
                <a:spcPts val="0"/>
              </a:spcBef>
              <a:spcAft>
                <a:spcPts val="0"/>
              </a:spcAft>
              <a:buClr>
                <a:srgbClr val="5F6368"/>
              </a:buClr>
              <a:buSzPts val="1600"/>
              <a:buFont typeface="Roboto Mono Light"/>
              <a:buChar char="○"/>
              <a:defRPr sz="1600">
                <a:solidFill>
                  <a:srgbClr val="5F6368"/>
                </a:solidFill>
                <a:latin typeface="Roboto Mono Light"/>
                <a:ea typeface="Roboto Mono Light"/>
                <a:cs typeface="Roboto Mono Light"/>
                <a:sym typeface="Roboto Mono Light"/>
              </a:defRPr>
            </a:lvl2pPr>
            <a:lvl3pPr marL="1371600" lvl="2" indent="-330200" algn="l">
              <a:lnSpc>
                <a:spcPct val="115000"/>
              </a:lnSpc>
              <a:spcBef>
                <a:spcPts val="0"/>
              </a:spcBef>
              <a:spcAft>
                <a:spcPts val="0"/>
              </a:spcAft>
              <a:buClr>
                <a:srgbClr val="5F6368"/>
              </a:buClr>
              <a:buSzPts val="1600"/>
              <a:buFont typeface="Roboto Mono Light"/>
              <a:buChar char="■"/>
              <a:defRPr sz="1600">
                <a:solidFill>
                  <a:srgbClr val="5F6368"/>
                </a:solidFill>
                <a:latin typeface="Roboto Mono Light"/>
                <a:ea typeface="Roboto Mono Light"/>
                <a:cs typeface="Roboto Mono Light"/>
                <a:sym typeface="Roboto Mono Light"/>
              </a:defRPr>
            </a:lvl3pPr>
            <a:lvl4pPr marL="1828800" lvl="3" indent="-330200" algn="l">
              <a:lnSpc>
                <a:spcPct val="115000"/>
              </a:lnSpc>
              <a:spcBef>
                <a:spcPts val="0"/>
              </a:spcBef>
              <a:spcAft>
                <a:spcPts val="0"/>
              </a:spcAft>
              <a:buClr>
                <a:srgbClr val="5F6368"/>
              </a:buClr>
              <a:buSzPts val="1600"/>
              <a:buFont typeface="Roboto Mono Light"/>
              <a:buChar char="●"/>
              <a:defRPr sz="1600">
                <a:solidFill>
                  <a:srgbClr val="5F6368"/>
                </a:solidFill>
                <a:latin typeface="Roboto Mono Light"/>
                <a:ea typeface="Roboto Mono Light"/>
                <a:cs typeface="Roboto Mono Light"/>
                <a:sym typeface="Roboto Mono Light"/>
              </a:defRPr>
            </a:lvl4pPr>
            <a:lvl5pPr marL="2286000" lvl="4" indent="-330200" algn="l">
              <a:lnSpc>
                <a:spcPct val="115000"/>
              </a:lnSpc>
              <a:spcBef>
                <a:spcPts val="0"/>
              </a:spcBef>
              <a:spcAft>
                <a:spcPts val="0"/>
              </a:spcAft>
              <a:buClr>
                <a:srgbClr val="5F6368"/>
              </a:buClr>
              <a:buSzPts val="1600"/>
              <a:buFont typeface="Roboto Mono Light"/>
              <a:buChar char="○"/>
              <a:defRPr sz="1600">
                <a:solidFill>
                  <a:srgbClr val="5F6368"/>
                </a:solidFill>
                <a:latin typeface="Roboto Mono Light"/>
                <a:ea typeface="Roboto Mono Light"/>
                <a:cs typeface="Roboto Mono Light"/>
                <a:sym typeface="Roboto Mono Light"/>
              </a:defRPr>
            </a:lvl5pPr>
            <a:lvl6pPr marL="2743200" lvl="5" indent="-330200" algn="l">
              <a:lnSpc>
                <a:spcPct val="115000"/>
              </a:lnSpc>
              <a:spcBef>
                <a:spcPts val="0"/>
              </a:spcBef>
              <a:spcAft>
                <a:spcPts val="0"/>
              </a:spcAft>
              <a:buClr>
                <a:srgbClr val="5F6368"/>
              </a:buClr>
              <a:buSzPts val="1600"/>
              <a:buFont typeface="Roboto Mono Light"/>
              <a:buChar char="■"/>
              <a:defRPr sz="1600">
                <a:solidFill>
                  <a:srgbClr val="5F6368"/>
                </a:solidFill>
                <a:latin typeface="Roboto Mono Light"/>
                <a:ea typeface="Roboto Mono Light"/>
                <a:cs typeface="Roboto Mono Light"/>
                <a:sym typeface="Roboto Mono Light"/>
              </a:defRPr>
            </a:lvl6pPr>
            <a:lvl7pPr marL="3200400" lvl="6" indent="-330200" algn="l">
              <a:lnSpc>
                <a:spcPct val="115000"/>
              </a:lnSpc>
              <a:spcBef>
                <a:spcPts val="0"/>
              </a:spcBef>
              <a:spcAft>
                <a:spcPts val="0"/>
              </a:spcAft>
              <a:buClr>
                <a:srgbClr val="5F6368"/>
              </a:buClr>
              <a:buSzPts val="1600"/>
              <a:buFont typeface="Roboto Mono Light"/>
              <a:buChar char="●"/>
              <a:defRPr sz="1600">
                <a:solidFill>
                  <a:srgbClr val="5F6368"/>
                </a:solidFill>
                <a:latin typeface="Roboto Mono Light"/>
                <a:ea typeface="Roboto Mono Light"/>
                <a:cs typeface="Roboto Mono Light"/>
                <a:sym typeface="Roboto Mono Light"/>
              </a:defRPr>
            </a:lvl7pPr>
            <a:lvl8pPr marL="3657600" lvl="7" indent="-330200" algn="l">
              <a:lnSpc>
                <a:spcPct val="115000"/>
              </a:lnSpc>
              <a:spcBef>
                <a:spcPts val="0"/>
              </a:spcBef>
              <a:spcAft>
                <a:spcPts val="0"/>
              </a:spcAft>
              <a:buClr>
                <a:srgbClr val="5F6368"/>
              </a:buClr>
              <a:buSzPts val="1600"/>
              <a:buFont typeface="Roboto Mono Light"/>
              <a:buChar char="○"/>
              <a:defRPr sz="1600">
                <a:solidFill>
                  <a:srgbClr val="5F6368"/>
                </a:solidFill>
                <a:latin typeface="Roboto Mono Light"/>
                <a:ea typeface="Roboto Mono Light"/>
                <a:cs typeface="Roboto Mono Light"/>
                <a:sym typeface="Roboto Mono Light"/>
              </a:defRPr>
            </a:lvl8pPr>
            <a:lvl9pPr marL="4114800" lvl="8" indent="-330200" algn="l">
              <a:lnSpc>
                <a:spcPct val="115000"/>
              </a:lnSpc>
              <a:spcBef>
                <a:spcPts val="0"/>
              </a:spcBef>
              <a:spcAft>
                <a:spcPts val="0"/>
              </a:spcAft>
              <a:buClr>
                <a:srgbClr val="5F6368"/>
              </a:buClr>
              <a:buSzPts val="1600"/>
              <a:buFont typeface="Roboto Mono Light"/>
              <a:buChar char="■"/>
              <a:defRPr sz="1600">
                <a:solidFill>
                  <a:srgbClr val="5F6368"/>
                </a:solidFill>
                <a:latin typeface="Roboto Mono Light"/>
                <a:ea typeface="Roboto Mono Light"/>
                <a:cs typeface="Roboto Mono Light"/>
                <a:sym typeface="Roboto Mono Light"/>
              </a:defRPr>
            </a:lvl9pPr>
          </a:lstStyle>
          <a:p>
            <a:endParaRPr/>
          </a:p>
        </p:txBody>
      </p:sp>
      <p:sp>
        <p:nvSpPr>
          <p:cNvPr id="34" name="Google Shape;34;p5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extLst>
      <p:ext uri="{BB962C8B-B14F-4D97-AF65-F5344CB8AC3E}">
        <p14:creationId xmlns:p14="http://schemas.microsoft.com/office/powerpoint/2010/main" val="417710151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A02E1A2-9E5A-FEBE-35A6-C2C44B84E057}"/>
              </a:ext>
            </a:extLst>
          </p:cNvPr>
          <p:cNvSpPr>
            <a:spLocks noGrp="1"/>
          </p:cNvSpPr>
          <p:nvPr>
            <p:ph type="title"/>
          </p:nvPr>
        </p:nvSpPr>
        <p:spPr>
          <a:xfrm>
            <a:off x="628650" y="273844"/>
            <a:ext cx="7886700" cy="994172"/>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E01E4B17-0181-BDBB-EBF6-A5B836A69E96}"/>
              </a:ext>
            </a:extLst>
          </p:cNvPr>
          <p:cNvSpPr>
            <a:spLocks noGrp="1"/>
          </p:cNvSpPr>
          <p:nvPr>
            <p:ph type="body" idx="1"/>
          </p:nvPr>
        </p:nvSpPr>
        <p:spPr>
          <a:xfrm>
            <a:off x="628650" y="1369219"/>
            <a:ext cx="7886700" cy="326350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EEC00721-629B-E58A-92CD-36EA429CDF85}"/>
              </a:ext>
            </a:extLst>
          </p:cNvPr>
          <p:cNvSpPr>
            <a:spLocks noGrp="1"/>
          </p:cNvSpPr>
          <p:nvPr>
            <p:ph type="dt" sz="half" idx="2"/>
          </p:nvPr>
        </p:nvSpPr>
        <p:spPr>
          <a:xfrm>
            <a:off x="628650" y="4767263"/>
            <a:ext cx="2057400" cy="273844"/>
          </a:xfrm>
          <a:prstGeom prst="rect">
            <a:avLst/>
          </a:prstGeom>
        </p:spPr>
        <p:txBody>
          <a:bodyPr vert="horz" lIns="91440" tIns="45720" rIns="91440" bIns="45720" rtlCol="0" anchor="ctr"/>
          <a:lstStyle>
            <a:lvl1pPr algn="l">
              <a:defRPr sz="900">
                <a:solidFill>
                  <a:schemeClr val="tx1">
                    <a:tint val="75000"/>
                  </a:schemeClr>
                </a:solidFill>
              </a:defRPr>
            </a:lvl1pPr>
          </a:lstStyle>
          <a:p>
            <a:fld id="{D77A9FB6-8E5D-495F-BF84-C9F7C49074E3}" type="datetimeFigureOut">
              <a:rPr lang="en-CA" smtClean="0"/>
              <a:t>2025-03-24</a:t>
            </a:fld>
            <a:endParaRPr lang="en-CA"/>
          </a:p>
        </p:txBody>
      </p:sp>
      <p:sp>
        <p:nvSpPr>
          <p:cNvPr id="5" name="Footer Placeholder 4">
            <a:extLst>
              <a:ext uri="{FF2B5EF4-FFF2-40B4-BE49-F238E27FC236}">
                <a16:creationId xmlns:a16="http://schemas.microsoft.com/office/drawing/2014/main" id="{CF83051F-2484-9601-24DB-A47FE0C5047A}"/>
              </a:ext>
            </a:extLst>
          </p:cNvPr>
          <p:cNvSpPr>
            <a:spLocks noGrp="1"/>
          </p:cNvSpPr>
          <p:nvPr>
            <p:ph type="ftr" sz="quarter" idx="3"/>
          </p:nvPr>
        </p:nvSpPr>
        <p:spPr>
          <a:xfrm>
            <a:off x="3028950" y="4767263"/>
            <a:ext cx="3086100" cy="273844"/>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n-CA"/>
          </a:p>
        </p:txBody>
      </p:sp>
      <p:sp>
        <p:nvSpPr>
          <p:cNvPr id="6" name="Slide Number Placeholder 5">
            <a:extLst>
              <a:ext uri="{FF2B5EF4-FFF2-40B4-BE49-F238E27FC236}">
                <a16:creationId xmlns:a16="http://schemas.microsoft.com/office/drawing/2014/main" id="{F725CA75-26DF-236D-3362-E95B521142C7}"/>
              </a:ext>
            </a:extLst>
          </p:cNvPr>
          <p:cNvSpPr>
            <a:spLocks noGrp="1"/>
          </p:cNvSpPr>
          <p:nvPr>
            <p:ph type="sldNum" sz="quarter" idx="4"/>
          </p:nvPr>
        </p:nvSpPr>
        <p:spPr>
          <a:xfrm>
            <a:off x="6457950" y="4767263"/>
            <a:ext cx="2057400" cy="273844"/>
          </a:xfrm>
          <a:prstGeom prst="rect">
            <a:avLst/>
          </a:prstGeom>
        </p:spPr>
        <p:txBody>
          <a:bodyPr vert="horz" lIns="91440" tIns="45720" rIns="91440" bIns="45720" rtlCol="0" anchor="ctr"/>
          <a:lstStyle>
            <a:lvl1pPr algn="r">
              <a:defRPr sz="900">
                <a:solidFill>
                  <a:schemeClr val="tx1">
                    <a:tint val="75000"/>
                  </a:schemeClr>
                </a:solidFill>
              </a:defRPr>
            </a:lvl1pPr>
          </a:lstStyle>
          <a:p>
            <a:pPr marL="0" lvl="0" indent="0" algn="r" rtl="0">
              <a:spcBef>
                <a:spcPts val="0"/>
              </a:spcBef>
              <a:spcAft>
                <a:spcPts val="0"/>
              </a:spcAft>
              <a:buNone/>
            </a:pPr>
            <a:fld id="{00000000-1234-1234-1234-123412341234}" type="slidenum">
              <a:rPr lang="en" smtClean="0"/>
              <a:t>‹#›</a:t>
            </a:fld>
            <a:endParaRPr lang="en"/>
          </a:p>
        </p:txBody>
      </p:sp>
    </p:spTree>
    <p:extLst>
      <p:ext uri="{BB962C8B-B14F-4D97-AF65-F5344CB8AC3E}">
        <p14:creationId xmlns:p14="http://schemas.microsoft.com/office/powerpoint/2010/main" val="3070715252"/>
      </p:ext>
    </p:extLst>
  </p:cSld>
  <p:clrMap bg1="lt1" tx1="dk1" bg2="lt2" tx2="dk2" accent1="accent1" accent2="accent2" accent3="accent3" accent4="accent4" accent5="accent5" accent6="accent6" hlink="hlink" folHlink="folHlink"/>
  <p:sldLayoutIdLst>
    <p:sldLayoutId id="2147483669" r:id="rId1"/>
    <p:sldLayoutId id="2147483670" r:id="rId2"/>
    <p:sldLayoutId id="2147483671" r:id="rId3"/>
    <p:sldLayoutId id="2147483672" r:id="rId4"/>
    <p:sldLayoutId id="2147483673" r:id="rId5"/>
    <p:sldLayoutId id="2147483674" r:id="rId6"/>
    <p:sldLayoutId id="2147483675" r:id="rId7"/>
    <p:sldLayoutId id="2147483676" r:id="rId8"/>
    <p:sldLayoutId id="2147483677" r:id="rId9"/>
    <p:sldLayoutId id="2147483678" r:id="rId10"/>
    <p:sldLayoutId id="2147483679" r:id="rId11"/>
    <p:sldLayoutId id="2147483680" r:id="rId12"/>
    <p:sldLayoutId id="2147483681" r:id="rId13"/>
    <p:sldLayoutId id="2147483682" r:id="rId14"/>
    <p:sldLayoutId id="2147483684" r:id="rId15"/>
    <p:sldLayoutId id="2147483685" r:id="rId16"/>
    <p:sldLayoutId id="2147483686" r:id="rId17"/>
  </p:sldLayoutIdLst>
  <p:hf sldNum="0" hdr="0" ft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2" Type="http://schemas.openxmlformats.org/officeDocument/2006/relationships/image" Target="../media/image2.gif"/><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14.xml"/></Relationships>
</file>

<file path=ppt/slides/_rels/slide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4.xml"/></Relationships>
</file>

<file path=ppt/slides/_rels/slide13.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9.xml"/><Relationship Id="rId1" Type="http://schemas.openxmlformats.org/officeDocument/2006/relationships/slideLayout" Target="../slideLayouts/slideLayout14.xml"/></Relationships>
</file>

<file path=ppt/slides/_rels/slide1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4.xml"/></Relationships>
</file>

<file path=ppt/slides/_rels/slide15.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10.xml"/><Relationship Id="rId1" Type="http://schemas.openxmlformats.org/officeDocument/2006/relationships/slideLayout" Target="../slideLayouts/slideLayout15.xml"/></Relationships>
</file>

<file path=ppt/slides/_rels/slide16.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11.xml"/><Relationship Id="rId1" Type="http://schemas.openxmlformats.org/officeDocument/2006/relationships/slideLayout" Target="../slideLayouts/slideLayout15.xml"/></Relationships>
</file>

<file path=ppt/slides/_rels/slide17.xml.rels><?xml version="1.0" encoding="UTF-8" standalone="yes"?>
<Relationships xmlns="http://schemas.openxmlformats.org/package/2006/relationships"><Relationship Id="rId2" Type="http://schemas.openxmlformats.org/officeDocument/2006/relationships/image" Target="../media/image13.jpg"/><Relationship Id="rId1" Type="http://schemas.openxmlformats.org/officeDocument/2006/relationships/slideLayout" Target="../slideLayouts/slideLayout15.xml"/></Relationships>
</file>

<file path=ppt/slides/_rels/slide18.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12.xml"/><Relationship Id="rId1" Type="http://schemas.openxmlformats.org/officeDocument/2006/relationships/slideLayout" Target="../slideLayouts/slideLayout15.xml"/></Relationships>
</file>

<file path=ppt/slides/_rels/slide19.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13.xml"/><Relationship Id="rId1" Type="http://schemas.openxmlformats.org/officeDocument/2006/relationships/slideLayout" Target="../slideLayouts/slideLayout16.xml"/></Relationships>
</file>

<file path=ppt/slides/_rels/slide20.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notesSlide" Target="../notesSlides/notesSlide14.xml"/><Relationship Id="rId1" Type="http://schemas.openxmlformats.org/officeDocument/2006/relationships/slideLayout" Target="../slideLayouts/slideLayout16.xml"/></Relationships>
</file>

<file path=ppt/slides/_rels/slide21.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15.xml"/><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4.xml.rels><?xml version="1.0" encoding="UTF-8" standalone="yes"?>
<Relationships xmlns="http://schemas.openxmlformats.org/package/2006/relationships"><Relationship Id="rId3" Type="http://schemas.openxmlformats.org/officeDocument/2006/relationships/image" Target="../media/image18.jpg"/><Relationship Id="rId2" Type="http://schemas.openxmlformats.org/officeDocument/2006/relationships/notesSlide" Target="../notesSlides/notesSlide17.xml"/><Relationship Id="rId1" Type="http://schemas.openxmlformats.org/officeDocument/2006/relationships/slideLayout" Target="../slideLayouts/slideLayout14.xml"/></Relationships>
</file>

<file path=ppt/slides/_rels/slide2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8.xml"/><Relationship Id="rId1" Type="http://schemas.openxmlformats.org/officeDocument/2006/relationships/slideLayout" Target="../slideLayouts/slideLayout16.xml"/></Relationships>
</file>

<file path=ppt/slides/_rels/slide26.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19.xml"/><Relationship Id="rId1" Type="http://schemas.openxmlformats.org/officeDocument/2006/relationships/slideLayout" Target="../slideLayouts/slideLayout14.xml"/></Relationships>
</file>

<file path=ppt/slides/_rels/slide27.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20.xml"/><Relationship Id="rId1" Type="http://schemas.openxmlformats.org/officeDocument/2006/relationships/slideLayout" Target="../slideLayouts/slideLayout16.xml"/><Relationship Id="rId4" Type="http://schemas.openxmlformats.org/officeDocument/2006/relationships/image" Target="../media/image22.jpe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3" Type="http://schemas.openxmlformats.org/officeDocument/2006/relationships/image" Target="../media/image23.jpg"/><Relationship Id="rId2" Type="http://schemas.openxmlformats.org/officeDocument/2006/relationships/notesSlide" Target="../notesSlides/notesSlide22.xml"/><Relationship Id="rId1" Type="http://schemas.openxmlformats.org/officeDocument/2006/relationships/slideLayout" Target="../slideLayouts/slideLayout16.xml"/><Relationship Id="rId4" Type="http://schemas.openxmlformats.org/officeDocument/2006/relationships/image" Target="../media/image24.gif"/></Relationships>
</file>

<file path=ppt/slides/_rels/slide3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3.xml"/><Relationship Id="rId1" Type="http://schemas.openxmlformats.org/officeDocument/2006/relationships/slideLayout" Target="../slideLayouts/slideLayout16.xml"/></Relationships>
</file>

<file path=ppt/slides/_rels/slide35.xml.rels><?xml version="1.0" encoding="UTF-8" standalone="yes"?>
<Relationships xmlns="http://schemas.openxmlformats.org/package/2006/relationships"><Relationship Id="rId3" Type="http://schemas.openxmlformats.org/officeDocument/2006/relationships/image" Target="../media/image26.gif"/><Relationship Id="rId2" Type="http://schemas.openxmlformats.org/officeDocument/2006/relationships/notesSlide" Target="../notesSlides/notesSlide24.xml"/><Relationship Id="rId1" Type="http://schemas.openxmlformats.org/officeDocument/2006/relationships/slideLayout" Target="../slideLayouts/slideLayout16.xml"/></Relationships>
</file>

<file path=ppt/slides/_rels/slide3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5.xml"/><Relationship Id="rId1" Type="http://schemas.openxmlformats.org/officeDocument/2006/relationships/slideLayout" Target="../slideLayouts/slideLayout16.xml"/><Relationship Id="rId4" Type="http://schemas.openxmlformats.org/officeDocument/2006/relationships/image" Target="../media/image2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9.xml.rels><?xml version="1.0" encoding="UTF-8" standalone="yes"?>
<Relationships xmlns="http://schemas.openxmlformats.org/package/2006/relationships"><Relationship Id="rId2" Type="http://schemas.openxmlformats.org/officeDocument/2006/relationships/image" Target="../media/image29.jpeg"/><Relationship Id="rId1" Type="http://schemas.openxmlformats.org/officeDocument/2006/relationships/slideLayout" Target="../slideLayouts/slideLayout13.xml"/></Relationships>
</file>

<file path=ppt/slides/_rels/slide40.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13.xml"/></Relationships>
</file>

<file path=ppt/slides/_rels/slide41.xml.rels><?xml version="1.0" encoding="UTF-8" standalone="yes"?>
<Relationships xmlns="http://schemas.openxmlformats.org/package/2006/relationships"><Relationship Id="rId2" Type="http://schemas.openxmlformats.org/officeDocument/2006/relationships/image" Target="../media/image31.jpg"/><Relationship Id="rId1" Type="http://schemas.openxmlformats.org/officeDocument/2006/relationships/slideLayout" Target="../slideLayouts/slideLayout13.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image" Target="../media/image32.jp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33.jpeg"/><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3" Type="http://schemas.openxmlformats.org/officeDocument/2006/relationships/image" Target="../media/image35.jpeg"/><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0.xml"/><Relationship Id="rId1" Type="http://schemas.openxmlformats.org/officeDocument/2006/relationships/slideLayout" Target="../slideLayouts/slideLayout17.xml"/></Relationships>
</file>

<file path=ppt/slides/_rels/slide49.xml.rels><?xml version="1.0" encoding="UTF-8" standalone="yes"?>
<Relationships xmlns="http://schemas.openxmlformats.org/package/2006/relationships"><Relationship Id="rId3" Type="http://schemas.openxmlformats.org/officeDocument/2006/relationships/image" Target="../media/image38.svg"/><Relationship Id="rId2" Type="http://schemas.openxmlformats.org/officeDocument/2006/relationships/image" Target="../media/image37.png"/><Relationship Id="rId1" Type="http://schemas.openxmlformats.org/officeDocument/2006/relationships/slideLayout" Target="../slideLayouts/slideLayout17.xml"/></Relationships>
</file>

<file path=ppt/slides/_rels/slide50.xml.rels><?xml version="1.0" encoding="UTF-8" standalone="yes"?>
<Relationships xmlns="http://schemas.openxmlformats.org/package/2006/relationships"><Relationship Id="rId3" Type="http://schemas.openxmlformats.org/officeDocument/2006/relationships/image" Target="../media/image39.jpeg"/><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sp>
        <p:nvSpPr>
          <p:cNvPr id="118" name="Google Shape;118;p24"/>
          <p:cNvSpPr txBox="1">
            <a:spLocks noGrp="1"/>
          </p:cNvSpPr>
          <p:nvPr>
            <p:ph type="title"/>
          </p:nvPr>
        </p:nvSpPr>
        <p:spPr>
          <a:xfrm>
            <a:off x="372525" y="1374389"/>
            <a:ext cx="5337717" cy="2089044"/>
          </a:xfrm>
          <a:prstGeom prst="rect">
            <a:avLst/>
          </a:prstGeom>
        </p:spPr>
        <p:txBody>
          <a:bodyPr spcFirstLastPara="1" wrap="square" lIns="0" tIns="0" rIns="0" bIns="0" anchor="t" anchorCtr="0">
            <a:normAutofit fontScale="90000"/>
          </a:bodyPr>
          <a:lstStyle/>
          <a:p>
            <a:pPr algn="l"/>
            <a:r>
              <a:rPr lang="en-US" sz="3100" b="1" i="0" dirty="0">
                <a:solidFill>
                  <a:srgbClr val="180101"/>
                </a:solidFill>
                <a:effectLst/>
                <a:latin typeface="Google Sans" panose="020B0604020202020204" charset="0"/>
                <a:ea typeface="Google Sans" panose="020B0604020202020204" charset="0"/>
                <a:cs typeface="Google Sans" panose="020B0604020202020204" charset="0"/>
              </a:rPr>
              <a:t>Designing for Neurodiversity, Empathy, Human Centric Design and Inclusion in Software Applications</a:t>
            </a:r>
            <a:br>
              <a:rPr lang="en-US" b="1" i="0" dirty="0">
                <a:solidFill>
                  <a:srgbClr val="180101"/>
                </a:solidFill>
                <a:effectLst/>
                <a:latin typeface="Arial" panose="020B0604020202020204" pitchFamily="34" charset="0"/>
              </a:rPr>
            </a:br>
            <a:br>
              <a:rPr lang="en-US" dirty="0"/>
            </a:br>
            <a:endParaRPr dirty="0"/>
          </a:p>
        </p:txBody>
      </p:sp>
      <p:pic>
        <p:nvPicPr>
          <p:cNvPr id="8" name="Picture 7">
            <a:extLst>
              <a:ext uri="{FF2B5EF4-FFF2-40B4-BE49-F238E27FC236}">
                <a16:creationId xmlns:a16="http://schemas.microsoft.com/office/drawing/2014/main" id="{BA550754-2D2F-1777-BF52-8837E6592D50}"/>
              </a:ext>
            </a:extLst>
          </p:cNvPr>
          <p:cNvPicPr>
            <a:picLocks noChangeAspect="1"/>
          </p:cNvPicPr>
          <p:nvPr/>
        </p:nvPicPr>
        <p:blipFill>
          <a:blip r:embed="rId3"/>
          <a:stretch>
            <a:fillRect/>
          </a:stretch>
        </p:blipFill>
        <p:spPr>
          <a:xfrm>
            <a:off x="5710242" y="0"/>
            <a:ext cx="3433757" cy="4705815"/>
          </a:xfrm>
          <a:prstGeom prst="rect">
            <a:avLst/>
          </a:prstGeom>
        </p:spPr>
      </p:pic>
      <p:sp>
        <p:nvSpPr>
          <p:cNvPr id="4" name="Google Shape;118;p24">
            <a:extLst>
              <a:ext uri="{FF2B5EF4-FFF2-40B4-BE49-F238E27FC236}">
                <a16:creationId xmlns:a16="http://schemas.microsoft.com/office/drawing/2014/main" id="{01CA8699-C7AD-BA36-21A2-8A69DA57D012}"/>
              </a:ext>
            </a:extLst>
          </p:cNvPr>
          <p:cNvSpPr txBox="1">
            <a:spLocks/>
          </p:cNvSpPr>
          <p:nvPr/>
        </p:nvSpPr>
        <p:spPr>
          <a:xfrm>
            <a:off x="942109" y="3769112"/>
            <a:ext cx="4768133" cy="936704"/>
          </a:xfrm>
          <a:prstGeom prst="rect">
            <a:avLst/>
          </a:prstGeom>
        </p:spPr>
        <p:txBody>
          <a:bodyPr spcFirstLastPara="1" vert="horz" wrap="square" lIns="0" tIns="0" rIns="0" bIns="0" rtlCol="0" anchor="t" anchorCtr="0">
            <a:normAutofit fontScale="97500"/>
          </a:bodyPr>
          <a:lstStyle>
            <a:lvl1pPr lvl="0" algn="l" defTabSz="685800" rtl="0" eaLnBrk="1" latinLnBrk="0" hangingPunct="1">
              <a:lnSpc>
                <a:spcPct val="95000"/>
              </a:lnSpc>
              <a:spcBef>
                <a:spcPts val="0"/>
              </a:spcBef>
              <a:spcAft>
                <a:spcPts val="0"/>
              </a:spcAft>
              <a:buSzPts val="4000"/>
              <a:buNone/>
              <a:defRPr sz="4000" kern="1200">
                <a:solidFill>
                  <a:schemeClr val="tx1"/>
                </a:solidFill>
                <a:latin typeface="+mj-lt"/>
                <a:ea typeface="+mj-ea"/>
                <a:cs typeface="+mj-cs"/>
              </a:defRPr>
            </a:lvl1pPr>
            <a:lvl2pPr lvl="1">
              <a:lnSpc>
                <a:spcPct val="95000"/>
              </a:lnSpc>
              <a:spcBef>
                <a:spcPts val="0"/>
              </a:spcBef>
              <a:spcAft>
                <a:spcPts val="0"/>
              </a:spcAft>
              <a:buSzPts val="2800"/>
              <a:buNone/>
              <a:defRPr>
                <a:latin typeface="Roboto Mono Light"/>
                <a:ea typeface="Roboto Mono Light"/>
                <a:cs typeface="Roboto Mono Light"/>
                <a:sym typeface="Roboto Mono Light"/>
              </a:defRPr>
            </a:lvl2pPr>
            <a:lvl3pPr lvl="2">
              <a:lnSpc>
                <a:spcPct val="95000"/>
              </a:lnSpc>
              <a:spcBef>
                <a:spcPts val="0"/>
              </a:spcBef>
              <a:spcAft>
                <a:spcPts val="0"/>
              </a:spcAft>
              <a:buSzPts val="2800"/>
              <a:buNone/>
              <a:defRPr>
                <a:latin typeface="Roboto Mono Light"/>
                <a:ea typeface="Roboto Mono Light"/>
                <a:cs typeface="Roboto Mono Light"/>
                <a:sym typeface="Roboto Mono Light"/>
              </a:defRPr>
            </a:lvl3pPr>
            <a:lvl4pPr lvl="3">
              <a:lnSpc>
                <a:spcPct val="95000"/>
              </a:lnSpc>
              <a:spcBef>
                <a:spcPts val="0"/>
              </a:spcBef>
              <a:spcAft>
                <a:spcPts val="0"/>
              </a:spcAft>
              <a:buSzPts val="2800"/>
              <a:buNone/>
              <a:defRPr>
                <a:latin typeface="Roboto Mono Light"/>
                <a:ea typeface="Roboto Mono Light"/>
                <a:cs typeface="Roboto Mono Light"/>
                <a:sym typeface="Roboto Mono Light"/>
              </a:defRPr>
            </a:lvl4pPr>
            <a:lvl5pPr lvl="4">
              <a:lnSpc>
                <a:spcPct val="95000"/>
              </a:lnSpc>
              <a:spcBef>
                <a:spcPts val="0"/>
              </a:spcBef>
              <a:spcAft>
                <a:spcPts val="0"/>
              </a:spcAft>
              <a:buSzPts val="2800"/>
              <a:buNone/>
              <a:defRPr>
                <a:latin typeface="Roboto Mono Light"/>
                <a:ea typeface="Roboto Mono Light"/>
                <a:cs typeface="Roboto Mono Light"/>
                <a:sym typeface="Roboto Mono Light"/>
              </a:defRPr>
            </a:lvl5pPr>
            <a:lvl6pPr lvl="5">
              <a:lnSpc>
                <a:spcPct val="95000"/>
              </a:lnSpc>
              <a:spcBef>
                <a:spcPts val="0"/>
              </a:spcBef>
              <a:spcAft>
                <a:spcPts val="0"/>
              </a:spcAft>
              <a:buSzPts val="2800"/>
              <a:buNone/>
              <a:defRPr>
                <a:latin typeface="Roboto Mono Light"/>
                <a:ea typeface="Roboto Mono Light"/>
                <a:cs typeface="Roboto Mono Light"/>
                <a:sym typeface="Roboto Mono Light"/>
              </a:defRPr>
            </a:lvl6pPr>
            <a:lvl7pPr lvl="6">
              <a:lnSpc>
                <a:spcPct val="95000"/>
              </a:lnSpc>
              <a:spcBef>
                <a:spcPts val="0"/>
              </a:spcBef>
              <a:spcAft>
                <a:spcPts val="0"/>
              </a:spcAft>
              <a:buSzPts val="2800"/>
              <a:buNone/>
              <a:defRPr>
                <a:latin typeface="Roboto Mono Light"/>
                <a:ea typeface="Roboto Mono Light"/>
                <a:cs typeface="Roboto Mono Light"/>
                <a:sym typeface="Roboto Mono Light"/>
              </a:defRPr>
            </a:lvl7pPr>
            <a:lvl8pPr lvl="7">
              <a:lnSpc>
                <a:spcPct val="95000"/>
              </a:lnSpc>
              <a:spcBef>
                <a:spcPts val="0"/>
              </a:spcBef>
              <a:spcAft>
                <a:spcPts val="0"/>
              </a:spcAft>
              <a:buSzPts val="2800"/>
              <a:buNone/>
              <a:defRPr>
                <a:latin typeface="Roboto Mono Light"/>
                <a:ea typeface="Roboto Mono Light"/>
                <a:cs typeface="Roboto Mono Light"/>
                <a:sym typeface="Roboto Mono Light"/>
              </a:defRPr>
            </a:lvl8pPr>
            <a:lvl9pPr lvl="8">
              <a:lnSpc>
                <a:spcPct val="95000"/>
              </a:lnSpc>
              <a:spcBef>
                <a:spcPts val="0"/>
              </a:spcBef>
              <a:spcAft>
                <a:spcPts val="0"/>
              </a:spcAft>
              <a:buSzPts val="2800"/>
              <a:buNone/>
              <a:defRPr>
                <a:latin typeface="Roboto Mono Light"/>
                <a:ea typeface="Roboto Mono Light"/>
                <a:cs typeface="Roboto Mono Light"/>
                <a:sym typeface="Roboto Mono Light"/>
              </a:defRPr>
            </a:lvl9pPr>
          </a:lstStyle>
          <a:p>
            <a:r>
              <a:rPr lang="en-US" sz="2400" b="1" dirty="0">
                <a:latin typeface="Google Sans" panose="020B0604020202020204" charset="0"/>
                <a:ea typeface="Google Sans" panose="020B0604020202020204" charset="0"/>
                <a:cs typeface="Google Sans" panose="020B0604020202020204" charset="0"/>
              </a:rPr>
              <a:t>Vaishnavi Venkata Subramanian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6">
            <a:extLst>
              <a:ext uri="{FF2B5EF4-FFF2-40B4-BE49-F238E27FC236}">
                <a16:creationId xmlns:a16="http://schemas.microsoft.com/office/drawing/2014/main" id="{FD40FCDA-4562-C04A-72CD-E89B470385EE}"/>
              </a:ext>
            </a:extLst>
          </p:cNvPr>
          <p:cNvSpPr txBox="1"/>
          <p:nvPr/>
        </p:nvSpPr>
        <p:spPr>
          <a:xfrm>
            <a:off x="3926684" y="1176912"/>
            <a:ext cx="5217316" cy="3183491"/>
          </a:xfrm>
          <a:prstGeom prst="rect">
            <a:avLst/>
          </a:prstGeom>
        </p:spPr>
        <p:txBody>
          <a:bodyPr lIns="33867" tIns="33867" rIns="33867" bIns="33867" rtlCol="0" anchor="ctr"/>
          <a:lstStyle/>
          <a:p>
            <a:pPr algn="ctr">
              <a:lnSpc>
                <a:spcPts val="1773"/>
              </a:lnSpc>
              <a:spcBef>
                <a:spcPct val="0"/>
              </a:spcBef>
            </a:pPr>
            <a:endParaRPr sz="1200"/>
          </a:p>
        </p:txBody>
      </p:sp>
      <p:pic>
        <p:nvPicPr>
          <p:cNvPr id="7" name="Picture 7">
            <a:extLst>
              <a:ext uri="{FF2B5EF4-FFF2-40B4-BE49-F238E27FC236}">
                <a16:creationId xmlns:a16="http://schemas.microsoft.com/office/drawing/2014/main" id="{D1DDB7C7-1AC6-3286-55F4-6BAA86BB85AB}"/>
              </a:ext>
            </a:extLst>
          </p:cNvPr>
          <p:cNvPicPr>
            <a:picLocks noChangeAspect="1"/>
          </p:cNvPicPr>
          <p:nvPr/>
        </p:nvPicPr>
        <p:blipFill>
          <a:blip r:embed="rId2"/>
          <a:srcRect/>
          <a:stretch>
            <a:fillRect/>
          </a:stretch>
        </p:blipFill>
        <p:spPr>
          <a:xfrm>
            <a:off x="356293" y="512128"/>
            <a:ext cx="3272381" cy="4487422"/>
          </a:xfrm>
          <a:prstGeom prst="rect">
            <a:avLst/>
          </a:prstGeom>
        </p:spPr>
      </p:pic>
      <p:grpSp>
        <p:nvGrpSpPr>
          <p:cNvPr id="8" name="Group 4">
            <a:extLst>
              <a:ext uri="{FF2B5EF4-FFF2-40B4-BE49-F238E27FC236}">
                <a16:creationId xmlns:a16="http://schemas.microsoft.com/office/drawing/2014/main" id="{32FEF0F8-77B4-32FC-6269-6DEE672D475F}"/>
              </a:ext>
            </a:extLst>
          </p:cNvPr>
          <p:cNvGrpSpPr/>
          <p:nvPr/>
        </p:nvGrpSpPr>
        <p:grpSpPr>
          <a:xfrm>
            <a:off x="4274307" y="1176912"/>
            <a:ext cx="4355816" cy="3097375"/>
            <a:chOff x="0" y="0"/>
            <a:chExt cx="2659503" cy="1087242"/>
          </a:xfrm>
        </p:grpSpPr>
        <p:sp>
          <p:nvSpPr>
            <p:cNvPr id="9" name="Freeform 5">
              <a:extLst>
                <a:ext uri="{FF2B5EF4-FFF2-40B4-BE49-F238E27FC236}">
                  <a16:creationId xmlns:a16="http://schemas.microsoft.com/office/drawing/2014/main" id="{CE03B922-63CB-0F5D-8C0A-966F648EFAD6}"/>
                </a:ext>
              </a:extLst>
            </p:cNvPr>
            <p:cNvSpPr/>
            <p:nvPr/>
          </p:nvSpPr>
          <p:spPr>
            <a:xfrm>
              <a:off x="0" y="0"/>
              <a:ext cx="2659503" cy="1087241"/>
            </a:xfrm>
            <a:custGeom>
              <a:avLst/>
              <a:gdLst/>
              <a:ahLst/>
              <a:cxnLst/>
              <a:rect l="l" t="t" r="r" b="b"/>
              <a:pathLst>
                <a:path w="2659503" h="1087241">
                  <a:moveTo>
                    <a:pt x="39101" y="0"/>
                  </a:moveTo>
                  <a:lnTo>
                    <a:pt x="2620402" y="0"/>
                  </a:lnTo>
                  <a:cubicBezTo>
                    <a:pt x="2630772" y="0"/>
                    <a:pt x="2640718" y="4120"/>
                    <a:pt x="2648051" y="11453"/>
                  </a:cubicBezTo>
                  <a:cubicBezTo>
                    <a:pt x="2655384" y="18785"/>
                    <a:pt x="2659503" y="28731"/>
                    <a:pt x="2659503" y="39101"/>
                  </a:cubicBezTo>
                  <a:lnTo>
                    <a:pt x="2659503" y="1048140"/>
                  </a:lnTo>
                  <a:cubicBezTo>
                    <a:pt x="2659503" y="1058510"/>
                    <a:pt x="2655384" y="1068456"/>
                    <a:pt x="2648051" y="1075789"/>
                  </a:cubicBezTo>
                  <a:cubicBezTo>
                    <a:pt x="2640718" y="1083122"/>
                    <a:pt x="2630772" y="1087241"/>
                    <a:pt x="2620402" y="1087241"/>
                  </a:cubicBezTo>
                  <a:lnTo>
                    <a:pt x="39101" y="1087241"/>
                  </a:lnTo>
                  <a:cubicBezTo>
                    <a:pt x="28731" y="1087241"/>
                    <a:pt x="18785" y="1083122"/>
                    <a:pt x="11453" y="1075789"/>
                  </a:cubicBezTo>
                  <a:cubicBezTo>
                    <a:pt x="4120" y="1068456"/>
                    <a:pt x="0" y="1058510"/>
                    <a:pt x="0" y="1048140"/>
                  </a:cubicBezTo>
                  <a:lnTo>
                    <a:pt x="0" y="39101"/>
                  </a:lnTo>
                  <a:cubicBezTo>
                    <a:pt x="0" y="28731"/>
                    <a:pt x="4120" y="18785"/>
                    <a:pt x="11453" y="11453"/>
                  </a:cubicBezTo>
                  <a:cubicBezTo>
                    <a:pt x="18785" y="4120"/>
                    <a:pt x="28731" y="0"/>
                    <a:pt x="39101" y="0"/>
                  </a:cubicBezTo>
                  <a:close/>
                </a:path>
              </a:pathLst>
            </a:custGeom>
            <a:solidFill>
              <a:srgbClr val="2572CA">
                <a:alpha val="28627"/>
              </a:srgbClr>
            </a:solidFill>
          </p:spPr>
        </p:sp>
        <p:sp>
          <p:nvSpPr>
            <p:cNvPr id="10" name="TextBox 6">
              <a:extLst>
                <a:ext uri="{FF2B5EF4-FFF2-40B4-BE49-F238E27FC236}">
                  <a16:creationId xmlns:a16="http://schemas.microsoft.com/office/drawing/2014/main" id="{B296B5C8-3586-A813-E026-220505291844}"/>
                </a:ext>
              </a:extLst>
            </p:cNvPr>
            <p:cNvSpPr txBox="1"/>
            <p:nvPr/>
          </p:nvSpPr>
          <p:spPr>
            <a:xfrm>
              <a:off x="0" y="-38100"/>
              <a:ext cx="2659503" cy="1125342"/>
            </a:xfrm>
            <a:prstGeom prst="rect">
              <a:avLst/>
            </a:prstGeom>
          </p:spPr>
          <p:txBody>
            <a:bodyPr lIns="33867" tIns="33867" rIns="33867" bIns="33867" rtlCol="0" anchor="ctr"/>
            <a:lstStyle/>
            <a:p>
              <a:pPr algn="ctr">
                <a:lnSpc>
                  <a:spcPts val="1773"/>
                </a:lnSpc>
                <a:spcBef>
                  <a:spcPct val="0"/>
                </a:spcBef>
              </a:pPr>
              <a:endParaRPr sz="1200"/>
            </a:p>
          </p:txBody>
        </p:sp>
      </p:grpSp>
      <p:sp>
        <p:nvSpPr>
          <p:cNvPr id="14" name="TextBox 13">
            <a:extLst>
              <a:ext uri="{FF2B5EF4-FFF2-40B4-BE49-F238E27FC236}">
                <a16:creationId xmlns:a16="http://schemas.microsoft.com/office/drawing/2014/main" id="{68CD3FC8-9437-1685-3EAF-1848EFE0E112}"/>
              </a:ext>
            </a:extLst>
          </p:cNvPr>
          <p:cNvSpPr txBox="1"/>
          <p:nvPr/>
        </p:nvSpPr>
        <p:spPr>
          <a:xfrm>
            <a:off x="4677798" y="2040397"/>
            <a:ext cx="3740728" cy="830997"/>
          </a:xfrm>
          <a:prstGeom prst="rect">
            <a:avLst/>
          </a:prstGeom>
          <a:noFill/>
        </p:spPr>
        <p:txBody>
          <a:bodyPr wrap="square">
            <a:spAutoFit/>
          </a:bodyPr>
          <a:lstStyle/>
          <a:p>
            <a:pPr algn="ctr"/>
            <a:r>
              <a:rPr lang="en-CA" sz="4800" dirty="0"/>
              <a:t>Kachow!</a:t>
            </a:r>
          </a:p>
        </p:txBody>
      </p:sp>
    </p:spTree>
    <p:extLst>
      <p:ext uri="{BB962C8B-B14F-4D97-AF65-F5344CB8AC3E}">
        <p14:creationId xmlns:p14="http://schemas.microsoft.com/office/powerpoint/2010/main" val="141335301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C2979016-BDDD-A245-88EC-82508EC2BAC9}"/>
              </a:ext>
            </a:extLst>
          </p:cNvPr>
          <p:cNvPicPr>
            <a:picLocks noChangeAspect="1"/>
          </p:cNvPicPr>
          <p:nvPr/>
        </p:nvPicPr>
        <p:blipFill>
          <a:blip r:embed="rId2"/>
          <a:stretch>
            <a:fillRect/>
          </a:stretch>
        </p:blipFill>
        <p:spPr>
          <a:xfrm>
            <a:off x="242455" y="0"/>
            <a:ext cx="8841836" cy="4990174"/>
          </a:xfrm>
          <a:prstGeom prst="rect">
            <a:avLst/>
          </a:prstGeom>
        </p:spPr>
      </p:pic>
    </p:spTree>
    <p:extLst>
      <p:ext uri="{BB962C8B-B14F-4D97-AF65-F5344CB8AC3E}">
        <p14:creationId xmlns:p14="http://schemas.microsoft.com/office/powerpoint/2010/main" val="31930285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1"/>
        <p:cNvGrpSpPr/>
        <p:nvPr/>
      </p:nvGrpSpPr>
      <p:grpSpPr>
        <a:xfrm>
          <a:off x="0" y="0"/>
          <a:ext cx="0" cy="0"/>
          <a:chOff x="0" y="0"/>
          <a:chExt cx="0" cy="0"/>
        </a:xfrm>
      </p:grpSpPr>
      <p:pic>
        <p:nvPicPr>
          <p:cNvPr id="2" name="Picture 1">
            <a:extLst>
              <a:ext uri="{FF2B5EF4-FFF2-40B4-BE49-F238E27FC236}">
                <a16:creationId xmlns:a16="http://schemas.microsoft.com/office/drawing/2014/main" id="{24C62FC7-650B-D4A9-63A6-5BE8BC53BE40}"/>
              </a:ext>
            </a:extLst>
          </p:cNvPr>
          <p:cNvPicPr>
            <a:picLocks noChangeAspect="1"/>
          </p:cNvPicPr>
          <p:nvPr/>
        </p:nvPicPr>
        <p:blipFill>
          <a:blip r:embed="rId3"/>
          <a:stretch>
            <a:fillRect/>
          </a:stretch>
        </p:blipFill>
        <p:spPr>
          <a:xfrm>
            <a:off x="2256796" y="0"/>
            <a:ext cx="4244899" cy="51435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843E17B6-81C7-4A65-54FF-D866CA6AC07F}"/>
              </a:ext>
            </a:extLst>
          </p:cNvPr>
          <p:cNvPicPr>
            <a:picLocks noChangeAspect="1"/>
          </p:cNvPicPr>
          <p:nvPr/>
        </p:nvPicPr>
        <p:blipFill>
          <a:blip r:embed="rId3"/>
          <a:stretch>
            <a:fillRect/>
          </a:stretch>
        </p:blipFill>
        <p:spPr>
          <a:xfrm>
            <a:off x="367146" y="0"/>
            <a:ext cx="7502236" cy="5143500"/>
          </a:xfrm>
          <a:prstGeom prst="rect">
            <a:avLst/>
          </a:prstGeom>
        </p:spPr>
      </p:pic>
      <p:sp>
        <p:nvSpPr>
          <p:cNvPr id="2" name="TextBox 1">
            <a:extLst>
              <a:ext uri="{FF2B5EF4-FFF2-40B4-BE49-F238E27FC236}">
                <a16:creationId xmlns:a16="http://schemas.microsoft.com/office/drawing/2014/main" id="{620CF635-A94A-9FD8-B8AB-2507004B2D49}"/>
              </a:ext>
            </a:extLst>
          </p:cNvPr>
          <p:cNvSpPr txBox="1"/>
          <p:nvPr/>
        </p:nvSpPr>
        <p:spPr>
          <a:xfrm>
            <a:off x="419883" y="352621"/>
            <a:ext cx="2752808" cy="523220"/>
          </a:xfrm>
          <a:prstGeom prst="rect">
            <a:avLst/>
          </a:prstGeom>
          <a:noFill/>
        </p:spPr>
        <p:txBody>
          <a:bodyPr wrap="square" rtlCol="0">
            <a:spAutoFit/>
          </a:bodyPr>
          <a:lstStyle/>
          <a:p>
            <a:r>
              <a:rPr lang="en-CA" sz="2800" dirty="0"/>
              <a:t>Social Battery</a:t>
            </a:r>
          </a:p>
        </p:txBody>
      </p:sp>
    </p:spTree>
    <p:extLst>
      <p:ext uri="{BB962C8B-B14F-4D97-AF65-F5344CB8AC3E}">
        <p14:creationId xmlns:p14="http://schemas.microsoft.com/office/powerpoint/2010/main" val="38245059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Shape 196"/>
        <p:cNvGrpSpPr/>
        <p:nvPr/>
      </p:nvGrpSpPr>
      <p:grpSpPr>
        <a:xfrm>
          <a:off x="0" y="0"/>
          <a:ext cx="0" cy="0"/>
          <a:chOff x="0" y="0"/>
          <a:chExt cx="0" cy="0"/>
        </a:xfrm>
      </p:grpSpPr>
      <p:sp>
        <p:nvSpPr>
          <p:cNvPr id="197" name="Google Shape;197;p16"/>
          <p:cNvSpPr txBox="1">
            <a:spLocks noGrp="1"/>
          </p:cNvSpPr>
          <p:nvPr>
            <p:ph type="title"/>
          </p:nvPr>
        </p:nvSpPr>
        <p:spPr>
          <a:xfrm>
            <a:off x="311700" y="2343150"/>
            <a:ext cx="8520600" cy="1409699"/>
          </a:xfrm>
          <a:prstGeom prst="rect">
            <a:avLst/>
          </a:prstGeom>
          <a:noFill/>
          <a:ln>
            <a:noFill/>
          </a:ln>
        </p:spPr>
        <p:txBody>
          <a:bodyPr spcFirstLastPara="1" wrap="square" lIns="91425" tIns="91425" rIns="91425" bIns="91425" anchor="t" anchorCtr="0">
            <a:normAutofit/>
          </a:bodyPr>
          <a:lstStyle/>
          <a:p>
            <a:pPr marL="0" lvl="0" indent="0" algn="ctr" rtl="0">
              <a:lnSpc>
                <a:spcPct val="100000"/>
              </a:lnSpc>
              <a:spcBef>
                <a:spcPts val="0"/>
              </a:spcBef>
              <a:spcAft>
                <a:spcPts val="0"/>
              </a:spcAft>
              <a:buSzPts val="2400"/>
              <a:buNone/>
            </a:pPr>
            <a:r>
              <a:rPr lang="en-CA" dirty="0">
                <a:latin typeface="Google Sans" panose="020B0604020202020204" charset="0"/>
                <a:ea typeface="Google Sans" panose="020B0604020202020204" charset="0"/>
                <a:cs typeface="Google Sans" panose="020B0604020202020204" charset="0"/>
              </a:rPr>
              <a:t>Glossophobia</a:t>
            </a:r>
            <a:endParaRPr dirty="0">
              <a:latin typeface="Google Sans" panose="020B0604020202020204" charset="0"/>
              <a:ea typeface="Google Sans" panose="020B0604020202020204" charset="0"/>
              <a:cs typeface="Google Sans" panose="020B0604020202020204" charset="0"/>
            </a:endParaRPr>
          </a:p>
        </p:txBody>
      </p:sp>
    </p:spTree>
    <p:extLst>
      <p:ext uri="{BB962C8B-B14F-4D97-AF65-F5344CB8AC3E}">
        <p14:creationId xmlns:p14="http://schemas.microsoft.com/office/powerpoint/2010/main" val="368326983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96">
          <a:extLst>
            <a:ext uri="{FF2B5EF4-FFF2-40B4-BE49-F238E27FC236}">
              <a16:creationId xmlns:a16="http://schemas.microsoft.com/office/drawing/2014/main" id="{AB82BDD0-F8C7-D8DF-5836-47677E1E76D1}"/>
            </a:ext>
          </a:extLst>
        </p:cNvPr>
        <p:cNvGrpSpPr/>
        <p:nvPr/>
      </p:nvGrpSpPr>
      <p:grpSpPr>
        <a:xfrm>
          <a:off x="0" y="0"/>
          <a:ext cx="0" cy="0"/>
          <a:chOff x="0" y="0"/>
          <a:chExt cx="0" cy="0"/>
        </a:xfrm>
      </p:grpSpPr>
      <p:sp>
        <p:nvSpPr>
          <p:cNvPr id="197" name="Google Shape;197;p16">
            <a:extLst>
              <a:ext uri="{FF2B5EF4-FFF2-40B4-BE49-F238E27FC236}">
                <a16:creationId xmlns:a16="http://schemas.microsoft.com/office/drawing/2014/main" id="{B69F00E9-F715-2656-B59A-E837987C3142}"/>
              </a:ext>
            </a:extLst>
          </p:cNvPr>
          <p:cNvSpPr txBox="1">
            <a:spLocks noGrp="1"/>
          </p:cNvSpPr>
          <p:nvPr>
            <p:ph type="title"/>
          </p:nvPr>
        </p:nvSpPr>
        <p:spPr>
          <a:xfrm>
            <a:off x="311700" y="2343150"/>
            <a:ext cx="8520600" cy="1409699"/>
          </a:xfrm>
          <a:prstGeom prst="rect">
            <a:avLst/>
          </a:prstGeom>
          <a:noFill/>
          <a:ln>
            <a:noFill/>
          </a:ln>
        </p:spPr>
        <p:txBody>
          <a:bodyPr spcFirstLastPara="1" wrap="square" lIns="91425" tIns="91425" rIns="91425" bIns="91425" anchor="t" anchorCtr="0">
            <a:normAutofit/>
          </a:bodyPr>
          <a:lstStyle/>
          <a:p>
            <a:pPr marL="0" lvl="0" indent="0" algn="ctr" rtl="0">
              <a:lnSpc>
                <a:spcPct val="100000"/>
              </a:lnSpc>
              <a:spcBef>
                <a:spcPts val="0"/>
              </a:spcBef>
              <a:spcAft>
                <a:spcPts val="0"/>
              </a:spcAft>
              <a:buSzPts val="2400"/>
              <a:buNone/>
            </a:pPr>
            <a:r>
              <a:rPr lang="en-CA" dirty="0">
                <a:latin typeface="Google Sans" panose="020B0604020202020204" charset="0"/>
                <a:ea typeface="Google Sans" panose="020B0604020202020204" charset="0"/>
                <a:cs typeface="Google Sans" panose="020B0604020202020204" charset="0"/>
              </a:rPr>
              <a:t>Before November 30, 2022 and After</a:t>
            </a:r>
          </a:p>
        </p:txBody>
      </p:sp>
    </p:spTree>
    <p:extLst>
      <p:ext uri="{BB962C8B-B14F-4D97-AF65-F5344CB8AC3E}">
        <p14:creationId xmlns:p14="http://schemas.microsoft.com/office/powerpoint/2010/main" val="285168709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2EFD4204-4972-E752-DAFD-D26B0355B5E6}"/>
              </a:ext>
            </a:extLst>
          </p:cNvPr>
          <p:cNvPicPr>
            <a:picLocks noChangeAspect="1"/>
          </p:cNvPicPr>
          <p:nvPr/>
        </p:nvPicPr>
        <p:blipFill>
          <a:blip r:embed="rId2"/>
          <a:stretch>
            <a:fillRect/>
          </a:stretch>
        </p:blipFill>
        <p:spPr>
          <a:xfrm>
            <a:off x="2391081" y="710880"/>
            <a:ext cx="3602294" cy="3602294"/>
          </a:xfrm>
          <a:prstGeom prst="rect">
            <a:avLst/>
          </a:prstGeom>
        </p:spPr>
      </p:pic>
    </p:spTree>
    <p:extLst>
      <p:ext uri="{BB962C8B-B14F-4D97-AF65-F5344CB8AC3E}">
        <p14:creationId xmlns:p14="http://schemas.microsoft.com/office/powerpoint/2010/main" val="191593104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Shape 196"/>
        <p:cNvGrpSpPr/>
        <p:nvPr/>
      </p:nvGrpSpPr>
      <p:grpSpPr>
        <a:xfrm>
          <a:off x="0" y="0"/>
          <a:ext cx="0" cy="0"/>
          <a:chOff x="0" y="0"/>
          <a:chExt cx="0" cy="0"/>
        </a:xfrm>
      </p:grpSpPr>
      <p:pic>
        <p:nvPicPr>
          <p:cNvPr id="2" name="Picture 1">
            <a:extLst>
              <a:ext uri="{FF2B5EF4-FFF2-40B4-BE49-F238E27FC236}">
                <a16:creationId xmlns:a16="http://schemas.microsoft.com/office/drawing/2014/main" id="{9830CEAC-18B9-58B9-7084-DD7539041A38}"/>
              </a:ext>
            </a:extLst>
          </p:cNvPr>
          <p:cNvPicPr>
            <a:picLocks noChangeAspect="1"/>
          </p:cNvPicPr>
          <p:nvPr/>
        </p:nvPicPr>
        <p:blipFill>
          <a:blip r:embed="rId3"/>
          <a:stretch>
            <a:fillRect/>
          </a:stretch>
        </p:blipFill>
        <p:spPr>
          <a:xfrm>
            <a:off x="0" y="-446288"/>
            <a:ext cx="9144000" cy="5589787"/>
          </a:xfrm>
          <a:prstGeom prst="rect">
            <a:avLst/>
          </a:prstGeom>
        </p:spPr>
      </p:pic>
    </p:spTree>
    <p:extLst>
      <p:ext uri="{BB962C8B-B14F-4D97-AF65-F5344CB8AC3E}">
        <p14:creationId xmlns:p14="http://schemas.microsoft.com/office/powerpoint/2010/main" val="310319679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516B6C-D5EA-FE20-54A0-D2A79887E68E}"/>
              </a:ext>
            </a:extLst>
          </p:cNvPr>
          <p:cNvSpPr>
            <a:spLocks noGrp="1"/>
          </p:cNvSpPr>
          <p:nvPr>
            <p:ph type="title"/>
          </p:nvPr>
        </p:nvSpPr>
        <p:spPr>
          <a:xfrm>
            <a:off x="2081505" y="2354941"/>
            <a:ext cx="5211572" cy="572700"/>
          </a:xfrm>
        </p:spPr>
        <p:txBody>
          <a:bodyPr/>
          <a:lstStyle/>
          <a:p>
            <a:r>
              <a:rPr lang="en-CA" dirty="0">
                <a:latin typeface="Google Sans" panose="020B0503030502040204" pitchFamily="34" charset="0"/>
              </a:rPr>
              <a:t>This presentation is for everyone!</a:t>
            </a:r>
          </a:p>
        </p:txBody>
      </p:sp>
    </p:spTree>
    <p:extLst>
      <p:ext uri="{BB962C8B-B14F-4D97-AF65-F5344CB8AC3E}">
        <p14:creationId xmlns:p14="http://schemas.microsoft.com/office/powerpoint/2010/main" val="359760499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pic>
        <p:nvPicPr>
          <p:cNvPr id="2" name="Picture 1">
            <a:extLst>
              <a:ext uri="{FF2B5EF4-FFF2-40B4-BE49-F238E27FC236}">
                <a16:creationId xmlns:a16="http://schemas.microsoft.com/office/drawing/2014/main" id="{BD3689B9-6DB4-428B-BBA8-69C7F2595206}"/>
              </a:ext>
            </a:extLst>
          </p:cNvPr>
          <p:cNvPicPr>
            <a:picLocks noChangeAspect="1"/>
          </p:cNvPicPr>
          <p:nvPr/>
        </p:nvPicPr>
        <p:blipFill>
          <a:blip r:embed="rId3"/>
          <a:stretch>
            <a:fillRect/>
          </a:stretch>
        </p:blipFill>
        <p:spPr>
          <a:xfrm>
            <a:off x="0" y="0"/>
            <a:ext cx="9144000" cy="5143500"/>
          </a:xfrm>
          <a:prstGeom prst="rect">
            <a:avLst/>
          </a:prstGeom>
        </p:spPr>
      </p:pic>
    </p:spTree>
    <p:extLst>
      <p:ext uri="{BB962C8B-B14F-4D97-AF65-F5344CB8AC3E}">
        <p14:creationId xmlns:p14="http://schemas.microsoft.com/office/powerpoint/2010/main" val="16815179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28"/>
          <p:cNvSpPr txBox="1">
            <a:spLocks noGrp="1"/>
          </p:cNvSpPr>
          <p:nvPr>
            <p:ph type="title"/>
          </p:nvPr>
        </p:nvSpPr>
        <p:spPr>
          <a:xfrm>
            <a:off x="744793" y="1873406"/>
            <a:ext cx="6897509" cy="2918951"/>
          </a:xfrm>
          <a:prstGeom prst="rect">
            <a:avLst/>
          </a:prstGeom>
        </p:spPr>
        <p:txBody>
          <a:bodyPr spcFirstLastPara="1" wrap="square" lIns="0" tIns="0" rIns="0" bIns="91425" anchor="t" anchorCtr="0">
            <a:noAutofit/>
          </a:bodyPr>
          <a:lstStyle/>
          <a:p>
            <a:pPr algn="ctr"/>
            <a:r>
              <a:rPr lang="en-US" sz="2200" b="0" dirty="0">
                <a:latin typeface="Google Sans" panose="020B0503030502040204" pitchFamily="34" charset="0"/>
                <a:ea typeface="Google Sans" panose="020B0604020202020204" charset="0"/>
                <a:cs typeface="Google Sans" panose="020B0604020202020204" charset="0"/>
              </a:rPr>
              <a:t>What is Neurodiversity?</a:t>
            </a:r>
            <a:br>
              <a:rPr lang="en-US" sz="2200" b="0" dirty="0">
                <a:latin typeface="Google Sans" panose="020B0503030502040204" pitchFamily="34" charset="0"/>
                <a:ea typeface="Google Sans" panose="020B0604020202020204" charset="0"/>
                <a:cs typeface="Google Sans" panose="020B0604020202020204" charset="0"/>
              </a:rPr>
            </a:br>
            <a:br>
              <a:rPr lang="en-US" sz="2200" b="0" dirty="0">
                <a:latin typeface="Google Sans" panose="020B0503030502040204" pitchFamily="34" charset="0"/>
                <a:ea typeface="Google Sans" panose="020B0604020202020204" charset="0"/>
                <a:cs typeface="Google Sans" panose="020B0604020202020204" charset="0"/>
              </a:rPr>
            </a:br>
            <a:r>
              <a:rPr lang="en-US" sz="2200" b="0" dirty="0">
                <a:latin typeface="Google Sans" panose="020B0503030502040204" pitchFamily="34" charset="0"/>
                <a:ea typeface="Google Sans" panose="020B0604020202020204" charset="0"/>
                <a:cs typeface="Google Sans" panose="020B0604020202020204" charset="0"/>
              </a:rPr>
              <a:t>Accessibility vs ND</a:t>
            </a:r>
            <a:br>
              <a:rPr lang="en-US" sz="2200" b="0" dirty="0">
                <a:latin typeface="Google Sans" panose="020B0503030502040204" pitchFamily="34" charset="0"/>
                <a:ea typeface="Google Sans" panose="020B0604020202020204" charset="0"/>
                <a:cs typeface="Google Sans" panose="020B0604020202020204" charset="0"/>
              </a:rPr>
            </a:br>
            <a:br>
              <a:rPr lang="en-US" sz="2200" b="0" dirty="0">
                <a:latin typeface="Google Sans" panose="020B0503030502040204" pitchFamily="34" charset="0"/>
                <a:ea typeface="Google Sans" panose="020B0604020202020204" charset="0"/>
                <a:cs typeface="Google Sans" panose="020B0604020202020204" charset="0"/>
              </a:rPr>
            </a:br>
            <a:r>
              <a:rPr lang="en-US" sz="2200" b="0" dirty="0">
                <a:latin typeface="Google Sans" panose="020B0503030502040204" pitchFamily="34" charset="0"/>
                <a:ea typeface="Google Sans" panose="020B0604020202020204" charset="0"/>
                <a:cs typeface="Google Sans" panose="020B0604020202020204" charset="0"/>
              </a:rPr>
              <a:t>Guidelines for Design</a:t>
            </a:r>
            <a:br>
              <a:rPr lang="en-US" sz="2200" b="0" dirty="0">
                <a:latin typeface="Google Sans" panose="020B0503030502040204" pitchFamily="34" charset="0"/>
                <a:ea typeface="Google Sans" panose="020B0604020202020204" charset="0"/>
                <a:cs typeface="Google Sans" panose="020B0604020202020204" charset="0"/>
              </a:rPr>
            </a:br>
            <a:br>
              <a:rPr lang="en-US" sz="2200" b="0" dirty="0">
                <a:latin typeface="Google Sans" panose="020B0503030502040204" pitchFamily="34" charset="0"/>
                <a:ea typeface="Google Sans" panose="020B0604020202020204" charset="0"/>
                <a:cs typeface="Google Sans" panose="020B0604020202020204" charset="0"/>
              </a:rPr>
            </a:br>
            <a:r>
              <a:rPr lang="en-US" sz="2200" b="0" dirty="0">
                <a:latin typeface="Google Sans" panose="020B0503030502040204" pitchFamily="34" charset="0"/>
                <a:ea typeface="Google Sans" panose="020B0604020202020204" charset="0"/>
                <a:cs typeface="Google Sans" panose="020B0604020202020204" charset="0"/>
              </a:rPr>
              <a:t>Concluding Remarks</a:t>
            </a:r>
            <a:br>
              <a:rPr lang="en-US" sz="2200" dirty="0">
                <a:latin typeface="Google Sans" panose="020B0503030502040204" pitchFamily="34" charset="0"/>
                <a:ea typeface="Roboto Mono Light" panose="020B0604020202020204" charset="0"/>
              </a:rPr>
            </a:br>
            <a:endParaRPr lang="en-CA" sz="2200" dirty="0">
              <a:latin typeface="Google Sans" panose="020B0503030502040204" pitchFamily="34" charset="0"/>
              <a:ea typeface="Roboto Mono Light" panose="020B0604020202020204" charset="0"/>
            </a:endParaRPr>
          </a:p>
        </p:txBody>
      </p:sp>
      <p:sp>
        <p:nvSpPr>
          <p:cNvPr id="147" name="Google Shape;147;p28"/>
          <p:cNvSpPr txBox="1">
            <a:spLocks noGrp="1"/>
          </p:cNvSpPr>
          <p:nvPr>
            <p:ph type="subTitle" idx="1"/>
          </p:nvPr>
        </p:nvSpPr>
        <p:spPr>
          <a:xfrm>
            <a:off x="2965700" y="944138"/>
            <a:ext cx="3212600" cy="929268"/>
          </a:xfrm>
          <a:prstGeom prst="rect">
            <a:avLst/>
          </a:prstGeom>
        </p:spPr>
        <p:txBody>
          <a:bodyPr spcFirstLastPara="1" wrap="square" lIns="0" tIns="0" rIns="0" bIns="0" anchor="t" anchorCtr="0">
            <a:noAutofit/>
          </a:bodyPr>
          <a:lstStyle/>
          <a:p>
            <a:pPr marL="0" lvl="0" indent="0" algn="l" rtl="0">
              <a:spcBef>
                <a:spcPts val="0"/>
              </a:spcBef>
              <a:spcAft>
                <a:spcPts val="1200"/>
              </a:spcAft>
              <a:buNone/>
            </a:pPr>
            <a:r>
              <a:rPr lang="en" sz="4000" b="1" dirty="0">
                <a:solidFill>
                  <a:schemeClr val="tx1"/>
                </a:solidFill>
              </a:rPr>
              <a:t>Agenda</a:t>
            </a:r>
            <a:endParaRPr sz="4000" b="1" dirty="0">
              <a:solidFill>
                <a:schemeClr val="tx1"/>
              </a:solidFill>
            </a:endParaRPr>
          </a:p>
        </p:txBody>
      </p:sp>
    </p:spTree>
    <p:extLst>
      <p:ext uri="{BB962C8B-B14F-4D97-AF65-F5344CB8AC3E}">
        <p14:creationId xmlns:p14="http://schemas.microsoft.com/office/powerpoint/2010/main" val="20909339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pic>
        <p:nvPicPr>
          <p:cNvPr id="1026" name="Picture 2" descr="Neurodiversity &amp; International Day of Persons With Disabilities">
            <a:extLst>
              <a:ext uri="{FF2B5EF4-FFF2-40B4-BE49-F238E27FC236}">
                <a16:creationId xmlns:a16="http://schemas.microsoft.com/office/drawing/2014/main" id="{5F1FEB62-D9C8-03B0-A8FF-D462D807DDD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7200" y="119424"/>
            <a:ext cx="7226710" cy="435306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A4B06FB5-CC17-B287-5287-9F9103219188}"/>
              </a:ext>
            </a:extLst>
          </p:cNvPr>
          <p:cNvSpPr txBox="1"/>
          <p:nvPr/>
        </p:nvSpPr>
        <p:spPr>
          <a:xfrm>
            <a:off x="342806" y="4377745"/>
            <a:ext cx="8343994" cy="523220"/>
          </a:xfrm>
          <a:prstGeom prst="rect">
            <a:avLst/>
          </a:prstGeom>
          <a:noFill/>
        </p:spPr>
        <p:txBody>
          <a:bodyPr wrap="square" rtlCol="0">
            <a:spAutoFit/>
          </a:bodyPr>
          <a:lstStyle/>
          <a:p>
            <a:r>
              <a:rPr lang="en-CA" sz="1400" dirty="0"/>
              <a:t>Source : https://greatcareers.org/neurodiversity-in-the-workplace-and-international-day-of-persons-with-disabilities/</a:t>
            </a:r>
          </a:p>
        </p:txBody>
      </p:sp>
    </p:spTree>
    <p:extLst>
      <p:ext uri="{BB962C8B-B14F-4D97-AF65-F5344CB8AC3E}">
        <p14:creationId xmlns:p14="http://schemas.microsoft.com/office/powerpoint/2010/main" val="332845583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6702E6A3-3876-DEA6-5137-E7A869498F8B}"/>
              </a:ext>
            </a:extLst>
          </p:cNvPr>
          <p:cNvPicPr>
            <a:picLocks noChangeAspect="1"/>
          </p:cNvPicPr>
          <p:nvPr/>
        </p:nvPicPr>
        <p:blipFill>
          <a:blip r:embed="rId2"/>
          <a:stretch>
            <a:fillRect/>
          </a:stretch>
        </p:blipFill>
        <p:spPr>
          <a:xfrm>
            <a:off x="23340" y="287594"/>
            <a:ext cx="9120659" cy="4855906"/>
          </a:xfrm>
          <a:prstGeom prst="rect">
            <a:avLst/>
          </a:prstGeom>
        </p:spPr>
      </p:pic>
    </p:spTree>
    <p:extLst>
      <p:ext uri="{BB962C8B-B14F-4D97-AF65-F5344CB8AC3E}">
        <p14:creationId xmlns:p14="http://schemas.microsoft.com/office/powerpoint/2010/main" val="315295203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25"/>
        <p:cNvGrpSpPr/>
        <p:nvPr/>
      </p:nvGrpSpPr>
      <p:grpSpPr>
        <a:xfrm>
          <a:off x="0" y="0"/>
          <a:ext cx="0" cy="0"/>
          <a:chOff x="0" y="0"/>
          <a:chExt cx="0" cy="0"/>
        </a:xfrm>
      </p:grpSpPr>
      <p:pic>
        <p:nvPicPr>
          <p:cNvPr id="2" name="Picture 1">
            <a:extLst>
              <a:ext uri="{FF2B5EF4-FFF2-40B4-BE49-F238E27FC236}">
                <a16:creationId xmlns:a16="http://schemas.microsoft.com/office/drawing/2014/main" id="{1F1469C0-ADC7-43E9-7348-09D9D550A597}"/>
              </a:ext>
            </a:extLst>
          </p:cNvPr>
          <p:cNvPicPr>
            <a:picLocks noChangeAspect="1"/>
          </p:cNvPicPr>
          <p:nvPr/>
        </p:nvPicPr>
        <p:blipFill>
          <a:blip r:embed="rId3"/>
          <a:stretch>
            <a:fillRect/>
          </a:stretch>
        </p:blipFill>
        <p:spPr>
          <a:xfrm>
            <a:off x="-1" y="0"/>
            <a:ext cx="9144001" cy="51435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25"/>
        <p:cNvGrpSpPr/>
        <p:nvPr/>
      </p:nvGrpSpPr>
      <p:grpSpPr>
        <a:xfrm>
          <a:off x="0" y="0"/>
          <a:ext cx="0" cy="0"/>
          <a:chOff x="0" y="0"/>
          <a:chExt cx="0" cy="0"/>
        </a:xfrm>
      </p:grpSpPr>
      <p:pic>
        <p:nvPicPr>
          <p:cNvPr id="1026" name="Picture 2" descr="International Disability Alliance (IDA) on X: &quot;&quot;Nothing About Us, Without Us!&quot;  is a well-known motto for the disability movement. It means that  governments and other decision-makers must include us in all issues">
            <a:extLst>
              <a:ext uri="{FF2B5EF4-FFF2-40B4-BE49-F238E27FC236}">
                <a16:creationId xmlns:a16="http://schemas.microsoft.com/office/drawing/2014/main" id="{3FA3CD97-12B4-C8B1-7E02-6D2B0F9C3D8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9144000" cy="5143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8890016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07560964-AFD5-3937-CA17-FFA3A55D201D}"/>
              </a:ext>
            </a:extLst>
          </p:cNvPr>
          <p:cNvPicPr>
            <a:picLocks noChangeAspect="1"/>
          </p:cNvPicPr>
          <p:nvPr/>
        </p:nvPicPr>
        <p:blipFill>
          <a:blip r:embed="rId2"/>
          <a:stretch>
            <a:fillRect/>
          </a:stretch>
        </p:blipFill>
        <p:spPr>
          <a:xfrm>
            <a:off x="1791142" y="0"/>
            <a:ext cx="5561715" cy="5143500"/>
          </a:xfrm>
          <a:prstGeom prst="rect">
            <a:avLst/>
          </a:prstGeom>
        </p:spPr>
      </p:pic>
    </p:spTree>
    <p:extLst>
      <p:ext uri="{BB962C8B-B14F-4D97-AF65-F5344CB8AC3E}">
        <p14:creationId xmlns:p14="http://schemas.microsoft.com/office/powerpoint/2010/main" val="48320719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25"/>
        <p:cNvGrpSpPr/>
        <p:nvPr/>
      </p:nvGrpSpPr>
      <p:grpSpPr>
        <a:xfrm>
          <a:off x="0" y="0"/>
          <a:ext cx="0" cy="0"/>
          <a:chOff x="0" y="0"/>
          <a:chExt cx="0" cy="0"/>
        </a:xfrm>
      </p:grpSpPr>
      <p:pic>
        <p:nvPicPr>
          <p:cNvPr id="2050" name="Picture 2" descr="Bell curve graphic depicting normal performance distribution outline diagram. Labeled educational expectation measurement or prediction percentage analysis vector illustration.">
            <a:extLst>
              <a:ext uri="{FF2B5EF4-FFF2-40B4-BE49-F238E27FC236}">
                <a16:creationId xmlns:a16="http://schemas.microsoft.com/office/drawing/2014/main" id="{D38B5F14-8A56-D68A-717C-919B6E7D8BF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94141" y="0"/>
            <a:ext cx="6172200" cy="514350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10219FB5-9C5E-D8ED-BC6B-E27EF1226B22}"/>
              </a:ext>
            </a:extLst>
          </p:cNvPr>
          <p:cNvSpPr txBox="1"/>
          <p:nvPr/>
        </p:nvSpPr>
        <p:spPr>
          <a:xfrm>
            <a:off x="4572000" y="4873932"/>
            <a:ext cx="4450081" cy="246221"/>
          </a:xfrm>
          <a:prstGeom prst="rect">
            <a:avLst/>
          </a:prstGeom>
          <a:noFill/>
        </p:spPr>
        <p:txBody>
          <a:bodyPr wrap="square" rtlCol="0">
            <a:spAutoFit/>
          </a:bodyPr>
          <a:lstStyle/>
          <a:p>
            <a:r>
              <a:rPr lang="en-CA" sz="1000" dirty="0"/>
              <a:t>Source : https://www.simplypsychology.org/normal-distribution.html</a:t>
            </a:r>
          </a:p>
        </p:txBody>
      </p:sp>
    </p:spTree>
    <p:extLst>
      <p:ext uri="{BB962C8B-B14F-4D97-AF65-F5344CB8AC3E}">
        <p14:creationId xmlns:p14="http://schemas.microsoft.com/office/powerpoint/2010/main" val="201181079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31"/>
        <p:cNvGrpSpPr/>
        <p:nvPr/>
      </p:nvGrpSpPr>
      <p:grpSpPr>
        <a:xfrm>
          <a:off x="0" y="0"/>
          <a:ext cx="0" cy="0"/>
          <a:chOff x="0" y="0"/>
          <a:chExt cx="0" cy="0"/>
        </a:xfrm>
      </p:grpSpPr>
      <p:sp>
        <p:nvSpPr>
          <p:cNvPr id="232" name="Google Shape;232;p43"/>
          <p:cNvSpPr txBox="1">
            <a:spLocks noGrp="1"/>
          </p:cNvSpPr>
          <p:nvPr>
            <p:ph type="title"/>
          </p:nvPr>
        </p:nvSpPr>
        <p:spPr>
          <a:xfrm>
            <a:off x="122663" y="750849"/>
            <a:ext cx="4065879" cy="2161957"/>
          </a:xfrm>
          <a:prstGeom prst="rect">
            <a:avLst/>
          </a:prstGeom>
        </p:spPr>
        <p:txBody>
          <a:bodyPr spcFirstLastPara="1" wrap="square" lIns="91425" tIns="91425" rIns="91425" bIns="91425" anchor="b" anchorCtr="0">
            <a:normAutofit fontScale="90000"/>
          </a:bodyPr>
          <a:lstStyle/>
          <a:p>
            <a:r>
              <a:rPr lang="en-US" sz="4000" dirty="0">
                <a:latin typeface="Google Sans" panose="020B0503030502040204" pitchFamily="34" charset="0"/>
              </a:rPr>
              <a:t>Implement a Forgiving Format to Accommodate Users’ Mistakes</a:t>
            </a:r>
            <a:endParaRPr lang="en" sz="4000" dirty="0">
              <a:latin typeface="Google Sans" panose="020B0503030502040204" pitchFamily="34" charset="0"/>
            </a:endParaRPr>
          </a:p>
        </p:txBody>
      </p:sp>
      <p:sp>
        <p:nvSpPr>
          <p:cNvPr id="4" name="AutoShape 6" descr="Grammarly works in Microsoft Word">
            <a:extLst>
              <a:ext uri="{FF2B5EF4-FFF2-40B4-BE49-F238E27FC236}">
                <a16:creationId xmlns:a16="http://schemas.microsoft.com/office/drawing/2014/main" id="{11FA02EE-BBCB-FC75-90EB-B0A96B1AC9A6}"/>
              </a:ext>
            </a:extLst>
          </p:cNvPr>
          <p:cNvSpPr>
            <a:spLocks noChangeAspect="1" noChangeArrowheads="1"/>
          </p:cNvSpPr>
          <p:nvPr/>
        </p:nvSpPr>
        <p:spPr bwMode="auto">
          <a:xfrm>
            <a:off x="4419600" y="241935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5" name="TextBox 4">
            <a:extLst>
              <a:ext uri="{FF2B5EF4-FFF2-40B4-BE49-F238E27FC236}">
                <a16:creationId xmlns:a16="http://schemas.microsoft.com/office/drawing/2014/main" id="{258ED8F2-4ADD-20A3-B71E-546A75A05893}"/>
              </a:ext>
            </a:extLst>
          </p:cNvPr>
          <p:cNvSpPr txBox="1"/>
          <p:nvPr/>
        </p:nvSpPr>
        <p:spPr>
          <a:xfrm>
            <a:off x="122664" y="3226803"/>
            <a:ext cx="4397718" cy="1754326"/>
          </a:xfrm>
          <a:prstGeom prst="rect">
            <a:avLst/>
          </a:prstGeom>
          <a:noFill/>
        </p:spPr>
        <p:txBody>
          <a:bodyPr wrap="square">
            <a:spAutoFit/>
          </a:bodyPr>
          <a:lstStyle/>
          <a:p>
            <a:r>
              <a:rPr lang="en-US" b="0" i="1" dirty="0">
                <a:solidFill>
                  <a:srgbClr val="2B2B2B"/>
                </a:solidFill>
                <a:effectLst/>
                <a:latin typeface="Merriweather" panose="00000500000000000000" pitchFamily="2" charset="0"/>
              </a:rPr>
              <a:t>“We don’t make mistakes, just happy little accidents.”</a:t>
            </a:r>
            <a:br>
              <a:rPr lang="en-US" dirty="0"/>
            </a:br>
            <a:r>
              <a:rPr lang="en-US" b="0" i="1" dirty="0">
                <a:solidFill>
                  <a:srgbClr val="2B2B2B"/>
                </a:solidFill>
                <a:effectLst/>
                <a:latin typeface="Merriweather" panose="00000500000000000000" pitchFamily="2" charset="0"/>
              </a:rPr>
              <a:t>—Bob Ross, American painter, painting instructor, and TV show host</a:t>
            </a:r>
            <a:endParaRPr lang="en-US" i="1" dirty="0">
              <a:solidFill>
                <a:srgbClr val="2B2B2B"/>
              </a:solidFill>
              <a:latin typeface="Merriweather" panose="020F0502020204030204" pitchFamily="2" charset="0"/>
            </a:endParaRPr>
          </a:p>
          <a:p>
            <a:br>
              <a:rPr lang="en-US" dirty="0"/>
            </a:br>
            <a:endParaRPr lang="en-CA" dirty="0"/>
          </a:p>
        </p:txBody>
      </p:sp>
      <p:pic>
        <p:nvPicPr>
          <p:cNvPr id="1026" name="Picture 2">
            <a:extLst>
              <a:ext uri="{FF2B5EF4-FFF2-40B4-BE49-F238E27FC236}">
                <a16:creationId xmlns:a16="http://schemas.microsoft.com/office/drawing/2014/main" id="{4E79CAE5-26D0-3CB2-1983-ECCD1AB408A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72000" y="32195"/>
            <a:ext cx="4572000" cy="507427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8738852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31"/>
        <p:cNvGrpSpPr/>
        <p:nvPr/>
      </p:nvGrpSpPr>
      <p:grpSpPr>
        <a:xfrm>
          <a:off x="0" y="0"/>
          <a:ext cx="0" cy="0"/>
          <a:chOff x="0" y="0"/>
          <a:chExt cx="0" cy="0"/>
        </a:xfrm>
      </p:grpSpPr>
      <p:sp>
        <p:nvSpPr>
          <p:cNvPr id="232" name="Google Shape;232;p43"/>
          <p:cNvSpPr txBox="1">
            <a:spLocks noGrp="1"/>
          </p:cNvSpPr>
          <p:nvPr>
            <p:ph type="title"/>
          </p:nvPr>
        </p:nvSpPr>
        <p:spPr>
          <a:xfrm>
            <a:off x="285932" y="957325"/>
            <a:ext cx="3818586" cy="3795393"/>
          </a:xfrm>
          <a:prstGeom prst="rect">
            <a:avLst/>
          </a:prstGeom>
        </p:spPr>
        <p:txBody>
          <a:bodyPr spcFirstLastPara="1" wrap="square" lIns="91425" tIns="91425" rIns="91425" bIns="91425" anchor="b" anchorCtr="0">
            <a:normAutofit/>
          </a:bodyPr>
          <a:lstStyle/>
          <a:p>
            <a:r>
              <a:rPr lang="en-US" sz="4000" dirty="0">
                <a:latin typeface="Google Sans" panose="020B0503030502040204" pitchFamily="34" charset="0"/>
              </a:rPr>
              <a:t>Be kind and forgiving</a:t>
            </a:r>
            <a:br>
              <a:rPr lang="en-US" sz="4000" dirty="0">
                <a:latin typeface="Google Sans" panose="020B0503030502040204" pitchFamily="34" charset="0"/>
              </a:rPr>
            </a:br>
            <a:br>
              <a:rPr lang="en-US" sz="4000" dirty="0">
                <a:latin typeface="Google Sans" panose="020B0503030502040204" pitchFamily="34" charset="0"/>
              </a:rPr>
            </a:br>
            <a:r>
              <a:rPr lang="en-US" sz="4000" dirty="0">
                <a:latin typeface="Google Sans" panose="020B0503030502040204" pitchFamily="34" charset="0"/>
              </a:rPr>
              <a:t>Grammarly - Disneyland of Spelling </a:t>
            </a:r>
            <a:endParaRPr lang="en" sz="4000" dirty="0">
              <a:latin typeface="Google Sans" panose="020B0503030502040204" pitchFamily="34" charset="0"/>
            </a:endParaRPr>
          </a:p>
        </p:txBody>
      </p:sp>
      <p:sp>
        <p:nvSpPr>
          <p:cNvPr id="4" name="AutoShape 6" descr="Grammarly works in Microsoft Word">
            <a:extLst>
              <a:ext uri="{FF2B5EF4-FFF2-40B4-BE49-F238E27FC236}">
                <a16:creationId xmlns:a16="http://schemas.microsoft.com/office/drawing/2014/main" id="{11FA02EE-BBCB-FC75-90EB-B0A96B1AC9A6}"/>
              </a:ext>
            </a:extLst>
          </p:cNvPr>
          <p:cNvSpPr>
            <a:spLocks noChangeAspect="1" noChangeArrowheads="1"/>
          </p:cNvSpPr>
          <p:nvPr/>
        </p:nvSpPr>
        <p:spPr bwMode="auto">
          <a:xfrm>
            <a:off x="4419600" y="241935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pic>
        <p:nvPicPr>
          <p:cNvPr id="6" name="Picture 5">
            <a:extLst>
              <a:ext uri="{FF2B5EF4-FFF2-40B4-BE49-F238E27FC236}">
                <a16:creationId xmlns:a16="http://schemas.microsoft.com/office/drawing/2014/main" id="{8B8A004A-DAE8-37EC-9AFB-6282C8D7FAED}"/>
              </a:ext>
            </a:extLst>
          </p:cNvPr>
          <p:cNvPicPr>
            <a:picLocks noChangeAspect="1"/>
          </p:cNvPicPr>
          <p:nvPr/>
        </p:nvPicPr>
        <p:blipFill>
          <a:blip r:embed="rId3"/>
          <a:stretch>
            <a:fillRect/>
          </a:stretch>
        </p:blipFill>
        <p:spPr>
          <a:xfrm>
            <a:off x="4007005" y="0"/>
            <a:ext cx="5123795" cy="51435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85"/>
        <p:cNvGrpSpPr/>
        <p:nvPr/>
      </p:nvGrpSpPr>
      <p:grpSpPr>
        <a:xfrm>
          <a:off x="0" y="0"/>
          <a:ext cx="0" cy="0"/>
          <a:chOff x="0" y="0"/>
          <a:chExt cx="0" cy="0"/>
        </a:xfrm>
      </p:grpSpPr>
      <p:sp>
        <p:nvSpPr>
          <p:cNvPr id="186" name="Google Shape;186;p35"/>
          <p:cNvSpPr txBox="1">
            <a:spLocks noGrp="1"/>
          </p:cNvSpPr>
          <p:nvPr>
            <p:ph type="title"/>
          </p:nvPr>
        </p:nvSpPr>
        <p:spPr>
          <a:xfrm>
            <a:off x="311700" y="445025"/>
            <a:ext cx="3655616" cy="5727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dirty="0">
                <a:latin typeface="Google Sans" panose="020B0503030502040204" pitchFamily="34" charset="0"/>
              </a:rPr>
              <a:t>Forgot attachment?</a:t>
            </a:r>
            <a:endParaRPr b="1" dirty="0">
              <a:latin typeface="Google Sans" panose="020B0503030502040204" pitchFamily="34" charset="0"/>
            </a:endParaRPr>
          </a:p>
        </p:txBody>
      </p:sp>
      <p:sp>
        <p:nvSpPr>
          <p:cNvPr id="187" name="Google Shape;187;p35"/>
          <p:cNvSpPr txBox="1">
            <a:spLocks noGrp="1"/>
          </p:cNvSpPr>
          <p:nvPr>
            <p:ph type="body" idx="1"/>
          </p:nvPr>
        </p:nvSpPr>
        <p:spPr>
          <a:xfrm>
            <a:off x="311700" y="1955179"/>
            <a:ext cx="3719387" cy="3022402"/>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en-US" sz="2800" dirty="0">
                <a:solidFill>
                  <a:schemeClr val="dk1"/>
                </a:solidFill>
                <a:latin typeface="Google Sans"/>
                <a:ea typeface="Google Sans"/>
                <a:cs typeface="Google Sans"/>
                <a:sym typeface="Google Sans"/>
              </a:rPr>
              <a:t>Attachments first, message second, subject third, and recipients last. </a:t>
            </a:r>
          </a:p>
          <a:p>
            <a:pPr marL="0" lvl="0" indent="0" algn="l" rtl="0">
              <a:spcBef>
                <a:spcPts val="0"/>
              </a:spcBef>
              <a:spcAft>
                <a:spcPts val="1200"/>
              </a:spcAft>
              <a:buNone/>
            </a:pPr>
            <a:endParaRPr lang="en-US" sz="2800" dirty="0">
              <a:solidFill>
                <a:schemeClr val="dk1"/>
              </a:solidFill>
              <a:latin typeface="Google Sans"/>
              <a:ea typeface="Google Sans"/>
              <a:cs typeface="Google Sans"/>
              <a:sym typeface="Google Sans"/>
            </a:endParaRPr>
          </a:p>
          <a:p>
            <a:pPr marL="0" lvl="0" indent="0" algn="l" rtl="0">
              <a:spcBef>
                <a:spcPts val="0"/>
              </a:spcBef>
              <a:spcAft>
                <a:spcPts val="1200"/>
              </a:spcAft>
              <a:buNone/>
            </a:pPr>
            <a:r>
              <a:rPr lang="en-US" sz="2800" dirty="0">
                <a:solidFill>
                  <a:schemeClr val="dk1"/>
                </a:solidFill>
                <a:latin typeface="Google Sans"/>
                <a:ea typeface="Google Sans"/>
                <a:cs typeface="Google Sans"/>
                <a:sym typeface="Google Sans"/>
              </a:rPr>
              <a:t>This is my way.</a:t>
            </a:r>
          </a:p>
          <a:p>
            <a:pPr marL="0" lvl="0" indent="0" algn="l" rtl="0">
              <a:spcBef>
                <a:spcPts val="0"/>
              </a:spcBef>
              <a:spcAft>
                <a:spcPts val="1200"/>
              </a:spcAft>
              <a:buNone/>
            </a:pPr>
            <a:endParaRPr lang="en-CA" sz="1500" dirty="0">
              <a:solidFill>
                <a:schemeClr val="dk1"/>
              </a:solidFill>
              <a:latin typeface="Google Sans"/>
              <a:ea typeface="Google Sans"/>
              <a:cs typeface="Google Sans"/>
              <a:sym typeface="Google Sans"/>
            </a:endParaRPr>
          </a:p>
        </p:txBody>
      </p:sp>
      <p:pic>
        <p:nvPicPr>
          <p:cNvPr id="7170" name="Picture 2" descr="Re: Important Docs (*now with attachments) : r/adhdmeme">
            <a:extLst>
              <a:ext uri="{FF2B5EF4-FFF2-40B4-BE49-F238E27FC236}">
                <a16:creationId xmlns:a16="http://schemas.microsoft.com/office/drawing/2014/main" id="{95F163D7-4D1E-4955-0960-76B8D3E590C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33850" y="0"/>
            <a:ext cx="5010150" cy="515047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28"/>
          <p:cNvSpPr txBox="1">
            <a:spLocks noGrp="1"/>
          </p:cNvSpPr>
          <p:nvPr>
            <p:ph type="title"/>
          </p:nvPr>
        </p:nvSpPr>
        <p:spPr>
          <a:xfrm>
            <a:off x="1555954" y="1890498"/>
            <a:ext cx="6487791" cy="1988328"/>
          </a:xfrm>
          <a:prstGeom prst="rect">
            <a:avLst/>
          </a:prstGeom>
        </p:spPr>
        <p:txBody>
          <a:bodyPr spcFirstLastPara="1" wrap="square" lIns="0" tIns="0" rIns="0" bIns="91425" anchor="t" anchorCtr="0">
            <a:normAutofit/>
          </a:bodyPr>
          <a:lstStyle/>
          <a:p>
            <a:pPr marL="0" lvl="0" indent="0" algn="l" rtl="0">
              <a:spcBef>
                <a:spcPts val="0"/>
              </a:spcBef>
              <a:spcAft>
                <a:spcPts val="0"/>
              </a:spcAft>
              <a:buNone/>
            </a:pPr>
            <a:r>
              <a:rPr lang="en-US" sz="4400" dirty="0">
                <a:latin typeface="Google Sans" panose="020B0503030502040204" pitchFamily="34" charset="0"/>
              </a:rPr>
              <a:t>Create Abundance;</a:t>
            </a:r>
            <a:br>
              <a:rPr lang="en-US" sz="4400" dirty="0">
                <a:latin typeface="Google Sans" panose="020B0503030502040204" pitchFamily="34" charset="0"/>
              </a:rPr>
            </a:br>
            <a:r>
              <a:rPr lang="en-US" sz="4400" dirty="0">
                <a:latin typeface="Google Sans" panose="020B0503030502040204" pitchFamily="34" charset="0"/>
              </a:rPr>
              <a:t>Not redundance</a:t>
            </a:r>
            <a:endParaRPr lang="en-US" dirty="0">
              <a:latin typeface="Google Sans" panose="020B0503030502040204" pitchFamily="34" charset="0"/>
            </a:endParaRPr>
          </a:p>
        </p:txBody>
      </p:sp>
    </p:spTree>
    <p:extLst>
      <p:ext uri="{BB962C8B-B14F-4D97-AF65-F5344CB8AC3E}">
        <p14:creationId xmlns:p14="http://schemas.microsoft.com/office/powerpoint/2010/main" val="101630221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BA98E5-9152-241B-F164-88DFA9E51804}"/>
              </a:ext>
            </a:extLst>
          </p:cNvPr>
          <p:cNvSpPr>
            <a:spLocks noGrp="1"/>
          </p:cNvSpPr>
          <p:nvPr>
            <p:ph type="title"/>
          </p:nvPr>
        </p:nvSpPr>
        <p:spPr>
          <a:xfrm>
            <a:off x="685800" y="759543"/>
            <a:ext cx="7826625" cy="3661108"/>
          </a:xfrm>
        </p:spPr>
        <p:txBody>
          <a:bodyPr>
            <a:normAutofit/>
          </a:bodyPr>
          <a:lstStyle/>
          <a:p>
            <a:r>
              <a:rPr lang="en-CA" sz="3600" dirty="0">
                <a:latin typeface="Google Sans" panose="020B0503030502040204" pitchFamily="34" charset="0"/>
              </a:rPr>
              <a:t>      </a:t>
            </a:r>
            <a:br>
              <a:rPr lang="en-CA" sz="3600" dirty="0">
                <a:latin typeface="Google Sans" panose="020B0503030502040204" pitchFamily="34" charset="0"/>
              </a:rPr>
            </a:br>
            <a:r>
              <a:rPr lang="en-CA" sz="3600" dirty="0">
                <a:latin typeface="Google Sans" panose="020B0503030502040204" pitchFamily="34" charset="0"/>
              </a:rPr>
              <a:t>    Universal Design Foods (UDF)</a:t>
            </a:r>
            <a:br>
              <a:rPr lang="en-CA" sz="3600" dirty="0">
                <a:latin typeface="Google Sans" panose="020B0503030502040204" pitchFamily="34" charset="0"/>
              </a:rPr>
            </a:br>
            <a:br>
              <a:rPr lang="en-CA" sz="3600" dirty="0">
                <a:latin typeface="Google Sans" panose="020B0503030502040204" pitchFamily="34" charset="0"/>
              </a:rPr>
            </a:br>
            <a:br>
              <a:rPr lang="en-CA" sz="3600" dirty="0">
                <a:latin typeface="Google Sans" panose="020B0503030502040204" pitchFamily="34" charset="0"/>
              </a:rPr>
            </a:br>
            <a:br>
              <a:rPr lang="en-CA" sz="3600" dirty="0">
                <a:latin typeface="Google Sans" panose="020B0503030502040204" pitchFamily="34" charset="0"/>
              </a:rPr>
            </a:br>
            <a:r>
              <a:rPr lang="en-CA" sz="3600" dirty="0">
                <a:latin typeface="Google Sans" panose="020B0503030502040204" pitchFamily="34" charset="0"/>
              </a:rPr>
              <a:t>              Nursery to Nursing</a:t>
            </a:r>
          </a:p>
        </p:txBody>
      </p:sp>
      <p:sp>
        <p:nvSpPr>
          <p:cNvPr id="4" name="TextBox 3">
            <a:extLst>
              <a:ext uri="{FF2B5EF4-FFF2-40B4-BE49-F238E27FC236}">
                <a16:creationId xmlns:a16="http://schemas.microsoft.com/office/drawing/2014/main" id="{26291ACC-88A2-7F0F-1516-B0687DF34006}"/>
              </a:ext>
            </a:extLst>
          </p:cNvPr>
          <p:cNvSpPr txBox="1"/>
          <p:nvPr/>
        </p:nvSpPr>
        <p:spPr>
          <a:xfrm>
            <a:off x="821602" y="4497169"/>
            <a:ext cx="7690823" cy="646331"/>
          </a:xfrm>
          <a:prstGeom prst="rect">
            <a:avLst/>
          </a:prstGeom>
          <a:noFill/>
        </p:spPr>
        <p:txBody>
          <a:bodyPr wrap="none" rtlCol="0">
            <a:spAutoFit/>
          </a:bodyPr>
          <a:lstStyle/>
          <a:p>
            <a:r>
              <a:rPr lang="en-CA" dirty="0"/>
              <a:t>Source : https://www.kewpie.com/en/sustainability/dietary-lifestyle/universal/</a:t>
            </a:r>
          </a:p>
          <a:p>
            <a:endParaRPr lang="en-CA" dirty="0"/>
          </a:p>
        </p:txBody>
      </p:sp>
    </p:spTree>
    <p:extLst>
      <p:ext uri="{BB962C8B-B14F-4D97-AF65-F5344CB8AC3E}">
        <p14:creationId xmlns:p14="http://schemas.microsoft.com/office/powerpoint/2010/main" val="265040142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52D609B1-FAD0-F406-31F3-F0851942B75C}"/>
              </a:ext>
            </a:extLst>
          </p:cNvPr>
          <p:cNvPicPr>
            <a:picLocks noChangeAspect="1"/>
          </p:cNvPicPr>
          <p:nvPr/>
        </p:nvPicPr>
        <p:blipFill>
          <a:blip r:embed="rId3"/>
          <a:stretch>
            <a:fillRect/>
          </a:stretch>
        </p:blipFill>
        <p:spPr>
          <a:xfrm>
            <a:off x="673584" y="88321"/>
            <a:ext cx="5851932" cy="4996297"/>
          </a:xfrm>
          <a:prstGeom prst="rect">
            <a:avLst/>
          </a:prstGeom>
        </p:spPr>
      </p:pic>
      <p:sp>
        <p:nvSpPr>
          <p:cNvPr id="4" name="Rectangle 3">
            <a:extLst>
              <a:ext uri="{FF2B5EF4-FFF2-40B4-BE49-F238E27FC236}">
                <a16:creationId xmlns:a16="http://schemas.microsoft.com/office/drawing/2014/main" id="{C4686B6E-06F6-37CD-2AC9-3824C6C7F8D3}"/>
              </a:ext>
            </a:extLst>
          </p:cNvPr>
          <p:cNvSpPr/>
          <p:nvPr/>
        </p:nvSpPr>
        <p:spPr>
          <a:xfrm rot="16200000">
            <a:off x="4449042" y="2367393"/>
            <a:ext cx="5143500" cy="408713"/>
          </a:xfrm>
          <a:prstGeom prst="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fr-FR" sz="1200" dirty="0"/>
              <a:t>Source : https://www.kewpie.com/en/sustainability/dietary-lifestyle/universal/</a:t>
            </a:r>
          </a:p>
          <a:p>
            <a:pPr algn="ctr"/>
            <a:endParaRPr lang="en-CA" dirty="0"/>
          </a:p>
        </p:txBody>
      </p:sp>
    </p:spTree>
    <p:extLst>
      <p:ext uri="{BB962C8B-B14F-4D97-AF65-F5344CB8AC3E}">
        <p14:creationId xmlns:p14="http://schemas.microsoft.com/office/powerpoint/2010/main" val="120780012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31"/>
        <p:cNvGrpSpPr/>
        <p:nvPr/>
      </p:nvGrpSpPr>
      <p:grpSpPr>
        <a:xfrm>
          <a:off x="0" y="0"/>
          <a:ext cx="0" cy="0"/>
          <a:chOff x="0" y="0"/>
          <a:chExt cx="0" cy="0"/>
        </a:xfrm>
      </p:grpSpPr>
      <p:sp>
        <p:nvSpPr>
          <p:cNvPr id="4" name="AutoShape 6" descr="Grammarly works in Microsoft Word">
            <a:extLst>
              <a:ext uri="{FF2B5EF4-FFF2-40B4-BE49-F238E27FC236}">
                <a16:creationId xmlns:a16="http://schemas.microsoft.com/office/drawing/2014/main" id="{11FA02EE-BBCB-FC75-90EB-B0A96B1AC9A6}"/>
              </a:ext>
            </a:extLst>
          </p:cNvPr>
          <p:cNvSpPr>
            <a:spLocks noChangeAspect="1" noChangeArrowheads="1"/>
          </p:cNvSpPr>
          <p:nvPr/>
        </p:nvSpPr>
        <p:spPr bwMode="auto">
          <a:xfrm>
            <a:off x="4419600" y="241935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5" name="TextBox 4">
            <a:extLst>
              <a:ext uri="{FF2B5EF4-FFF2-40B4-BE49-F238E27FC236}">
                <a16:creationId xmlns:a16="http://schemas.microsoft.com/office/drawing/2014/main" id="{258ED8F2-4ADD-20A3-B71E-546A75A05893}"/>
              </a:ext>
            </a:extLst>
          </p:cNvPr>
          <p:cNvSpPr txBox="1"/>
          <p:nvPr/>
        </p:nvSpPr>
        <p:spPr>
          <a:xfrm>
            <a:off x="122663" y="3752828"/>
            <a:ext cx="5006897" cy="523220"/>
          </a:xfrm>
          <a:prstGeom prst="rect">
            <a:avLst/>
          </a:prstGeom>
          <a:noFill/>
        </p:spPr>
        <p:txBody>
          <a:bodyPr wrap="square">
            <a:spAutoFit/>
          </a:bodyPr>
          <a:lstStyle/>
          <a:p>
            <a:br>
              <a:rPr lang="en-US" dirty="0"/>
            </a:br>
            <a:endParaRPr lang="en-CA" dirty="0"/>
          </a:p>
        </p:txBody>
      </p:sp>
      <p:pic>
        <p:nvPicPr>
          <p:cNvPr id="8194" name="Picture 2" descr="Board view – Asana Help Center">
            <a:extLst>
              <a:ext uri="{FF2B5EF4-FFF2-40B4-BE49-F238E27FC236}">
                <a16:creationId xmlns:a16="http://schemas.microsoft.com/office/drawing/2014/main" id="{7BB14127-DEE0-B25A-66AA-556A2C09447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9144000" cy="51212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5174626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28"/>
          <p:cNvSpPr txBox="1">
            <a:spLocks noGrp="1"/>
          </p:cNvSpPr>
          <p:nvPr>
            <p:ph type="title"/>
          </p:nvPr>
        </p:nvSpPr>
        <p:spPr>
          <a:xfrm>
            <a:off x="888642" y="1875750"/>
            <a:ext cx="6497392" cy="1610865"/>
          </a:xfrm>
          <a:prstGeom prst="rect">
            <a:avLst/>
          </a:prstGeom>
        </p:spPr>
        <p:txBody>
          <a:bodyPr spcFirstLastPara="1" wrap="square" lIns="0" tIns="0" rIns="0" bIns="91425" anchor="t" anchorCtr="0">
            <a:normAutofit/>
          </a:bodyPr>
          <a:lstStyle/>
          <a:p>
            <a:pPr marL="0" lvl="0" indent="0" algn="l" rtl="0">
              <a:spcBef>
                <a:spcPts val="0"/>
              </a:spcBef>
              <a:spcAft>
                <a:spcPts val="0"/>
              </a:spcAft>
              <a:buNone/>
            </a:pPr>
            <a:r>
              <a:rPr lang="en-US" sz="4400" dirty="0">
                <a:latin typeface="Google Sans" panose="020B0604020202020204" charset="0"/>
                <a:ea typeface="Google Sans" panose="020B0604020202020204" charset="0"/>
                <a:cs typeface="Google Sans" panose="020B0604020202020204" charset="0"/>
              </a:rPr>
              <a:t>Canary in the coalmine</a:t>
            </a:r>
            <a:endParaRPr lang="en-US" dirty="0">
              <a:latin typeface="Google Sans" panose="020B0604020202020204" charset="0"/>
              <a:ea typeface="Google Sans" panose="020B0604020202020204" charset="0"/>
              <a:cs typeface="Google Sans" panose="020B0604020202020204" charset="0"/>
            </a:endParaRPr>
          </a:p>
        </p:txBody>
      </p:sp>
      <p:pic>
        <p:nvPicPr>
          <p:cNvPr id="2" name="Picture 2" descr="Women Leaving the Top: Canaries in the Coal Mine? | Coal mining, Poetry  art, Canary">
            <a:extLst>
              <a:ext uri="{FF2B5EF4-FFF2-40B4-BE49-F238E27FC236}">
                <a16:creationId xmlns:a16="http://schemas.microsoft.com/office/drawing/2014/main" id="{2B187AE2-AADB-ECE5-390D-CDAA206ABAD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441854" y="1875750"/>
            <a:ext cx="1373412" cy="142124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6980517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31"/>
        <p:cNvGrpSpPr/>
        <p:nvPr/>
      </p:nvGrpSpPr>
      <p:grpSpPr>
        <a:xfrm>
          <a:off x="0" y="0"/>
          <a:ext cx="0" cy="0"/>
          <a:chOff x="0" y="0"/>
          <a:chExt cx="0" cy="0"/>
        </a:xfrm>
      </p:grpSpPr>
      <p:sp>
        <p:nvSpPr>
          <p:cNvPr id="232" name="Google Shape;232;p43"/>
          <p:cNvSpPr txBox="1">
            <a:spLocks noGrp="1"/>
          </p:cNvSpPr>
          <p:nvPr>
            <p:ph type="title"/>
          </p:nvPr>
        </p:nvSpPr>
        <p:spPr>
          <a:xfrm>
            <a:off x="252761" y="126380"/>
            <a:ext cx="4665826" cy="4890740"/>
          </a:xfrm>
          <a:prstGeom prst="rect">
            <a:avLst/>
          </a:prstGeom>
        </p:spPr>
        <p:txBody>
          <a:bodyPr spcFirstLastPara="1" wrap="square" lIns="91425" tIns="91425" rIns="91425" bIns="91425" anchor="b" anchorCtr="0">
            <a:normAutofit/>
          </a:bodyPr>
          <a:lstStyle/>
          <a:p>
            <a:r>
              <a:rPr lang="en-US" sz="3300" dirty="0">
                <a:latin typeface="Google Sans" panose="020B0604020202020204" charset="0"/>
                <a:ea typeface="Google Sans" panose="020B0604020202020204" charset="0"/>
                <a:cs typeface="Google Sans" panose="020B0604020202020204" charset="0"/>
              </a:rPr>
              <a:t>Often the first to sense danger akin to canaries in the coal mine</a:t>
            </a:r>
            <a:br>
              <a:rPr lang="en-US" sz="3300" dirty="0">
                <a:latin typeface="Google Sans" panose="020B0604020202020204" charset="0"/>
                <a:ea typeface="Google Sans" panose="020B0604020202020204" charset="0"/>
                <a:cs typeface="Google Sans" panose="020B0604020202020204" charset="0"/>
              </a:rPr>
            </a:br>
            <a:br>
              <a:rPr lang="en-US" sz="3300" dirty="0">
                <a:latin typeface="Google Sans" panose="020B0604020202020204" charset="0"/>
                <a:ea typeface="Google Sans" panose="020B0604020202020204" charset="0"/>
                <a:cs typeface="Google Sans" panose="020B0604020202020204" charset="0"/>
              </a:rPr>
            </a:br>
            <a:br>
              <a:rPr lang="en-US" sz="3300" dirty="0">
                <a:latin typeface="Google Sans" panose="020B0604020202020204" charset="0"/>
                <a:ea typeface="Google Sans" panose="020B0604020202020204" charset="0"/>
                <a:cs typeface="Google Sans" panose="020B0604020202020204" charset="0"/>
              </a:rPr>
            </a:br>
            <a:br>
              <a:rPr lang="en-US" sz="3300" dirty="0">
                <a:latin typeface="Google Sans" panose="020B0604020202020204" charset="0"/>
                <a:ea typeface="Google Sans" panose="020B0604020202020204" charset="0"/>
                <a:cs typeface="Google Sans" panose="020B0604020202020204" charset="0"/>
              </a:rPr>
            </a:br>
            <a:r>
              <a:rPr lang="en-US" sz="3300" dirty="0">
                <a:latin typeface="Google Sans" panose="020B0604020202020204" charset="0"/>
                <a:ea typeface="Google Sans" panose="020B0604020202020204" charset="0"/>
                <a:cs typeface="Google Sans" panose="020B0604020202020204" charset="0"/>
              </a:rPr>
              <a:t>Preventing miscommunication and not overwhelming the users</a:t>
            </a:r>
            <a:endParaRPr lang="en" sz="3300" dirty="0">
              <a:latin typeface="Google Sans" panose="020B0604020202020204" charset="0"/>
              <a:ea typeface="Google Sans" panose="020B0604020202020204" charset="0"/>
              <a:cs typeface="Google Sans" panose="020B0604020202020204" charset="0"/>
            </a:endParaRPr>
          </a:p>
        </p:txBody>
      </p:sp>
      <p:sp>
        <p:nvSpPr>
          <p:cNvPr id="4" name="AutoShape 6" descr="Grammarly works in Microsoft Word">
            <a:extLst>
              <a:ext uri="{FF2B5EF4-FFF2-40B4-BE49-F238E27FC236}">
                <a16:creationId xmlns:a16="http://schemas.microsoft.com/office/drawing/2014/main" id="{11FA02EE-BBCB-FC75-90EB-B0A96B1AC9A6}"/>
              </a:ext>
            </a:extLst>
          </p:cNvPr>
          <p:cNvSpPr>
            <a:spLocks noChangeAspect="1" noChangeArrowheads="1"/>
          </p:cNvSpPr>
          <p:nvPr/>
        </p:nvSpPr>
        <p:spPr bwMode="auto">
          <a:xfrm>
            <a:off x="4419600" y="241935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pic>
        <p:nvPicPr>
          <p:cNvPr id="6148" name="Picture 4" descr="Canaries in the Investment Coal Mine? | Financial Pathways">
            <a:extLst>
              <a:ext uri="{FF2B5EF4-FFF2-40B4-BE49-F238E27FC236}">
                <a16:creationId xmlns:a16="http://schemas.microsoft.com/office/drawing/2014/main" id="{FA14F825-2210-F3EC-4459-C7D03AD3CFF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151863" y="126380"/>
            <a:ext cx="3992138" cy="2816612"/>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a:extLst>
              <a:ext uri="{FF2B5EF4-FFF2-40B4-BE49-F238E27FC236}">
                <a16:creationId xmlns:a16="http://schemas.microsoft.com/office/drawing/2014/main" id="{3BEDC8A9-117F-CC97-F00B-DDF4DCEAE8B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024407" y="3192821"/>
            <a:ext cx="2247049" cy="15525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7699463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4F0682-9832-3A56-665D-8C3AA6E57D39}"/>
              </a:ext>
            </a:extLst>
          </p:cNvPr>
          <p:cNvSpPr>
            <a:spLocks noGrp="1"/>
          </p:cNvSpPr>
          <p:nvPr>
            <p:ph type="title"/>
          </p:nvPr>
        </p:nvSpPr>
        <p:spPr>
          <a:xfrm>
            <a:off x="311699" y="523568"/>
            <a:ext cx="8168623" cy="3701845"/>
          </a:xfrm>
        </p:spPr>
        <p:txBody>
          <a:bodyPr>
            <a:noAutofit/>
          </a:bodyPr>
          <a:lstStyle/>
          <a:p>
            <a:r>
              <a:rPr lang="en-US" sz="3200" dirty="0">
                <a:latin typeface="Google Sans" panose="020B0604020202020204" charset="0"/>
                <a:ea typeface="Google Sans" panose="020B0604020202020204" charset="0"/>
                <a:cs typeface="Google Sans" panose="020B0604020202020204" charset="0"/>
              </a:rPr>
              <a:t>Often the first to sense danger akin to canaries in the coal mine</a:t>
            </a:r>
            <a:br>
              <a:rPr lang="en-US" sz="3200" dirty="0">
                <a:latin typeface="Google Sans" panose="020B0604020202020204" charset="0"/>
                <a:ea typeface="Google Sans" panose="020B0604020202020204" charset="0"/>
                <a:cs typeface="Google Sans" panose="020B0604020202020204" charset="0"/>
              </a:rPr>
            </a:br>
            <a:br>
              <a:rPr lang="en-US" sz="3200" dirty="0">
                <a:latin typeface="Google Sans" panose="020B0604020202020204" charset="0"/>
                <a:ea typeface="Google Sans" panose="020B0604020202020204" charset="0"/>
                <a:cs typeface="Google Sans" panose="020B0604020202020204" charset="0"/>
              </a:rPr>
            </a:br>
            <a:br>
              <a:rPr lang="en-US" sz="3200" dirty="0">
                <a:latin typeface="Google Sans" panose="020B0604020202020204" charset="0"/>
                <a:ea typeface="Google Sans" panose="020B0604020202020204" charset="0"/>
                <a:cs typeface="Google Sans" panose="020B0604020202020204" charset="0"/>
              </a:rPr>
            </a:br>
            <a:br>
              <a:rPr lang="en-US" sz="3200" dirty="0">
                <a:latin typeface="Google Sans" panose="020B0604020202020204" charset="0"/>
                <a:ea typeface="Google Sans" panose="020B0604020202020204" charset="0"/>
                <a:cs typeface="Google Sans" panose="020B0604020202020204" charset="0"/>
              </a:rPr>
            </a:br>
            <a:r>
              <a:rPr lang="en-US" sz="3200" dirty="0">
                <a:latin typeface="Google Sans" panose="020B0604020202020204" charset="0"/>
                <a:ea typeface="Google Sans" panose="020B0604020202020204" charset="0"/>
                <a:cs typeface="Google Sans" panose="020B0604020202020204" charset="0"/>
              </a:rPr>
              <a:t>Preventing miscommunication and not overwhelming the users</a:t>
            </a:r>
            <a:endParaRPr lang="en-CA" sz="3200" dirty="0">
              <a:latin typeface="Google Sans" panose="020B0503030502040204" pitchFamily="34" charset="0"/>
            </a:endParaRPr>
          </a:p>
        </p:txBody>
      </p:sp>
    </p:spTree>
    <p:extLst>
      <p:ext uri="{BB962C8B-B14F-4D97-AF65-F5344CB8AC3E}">
        <p14:creationId xmlns:p14="http://schemas.microsoft.com/office/powerpoint/2010/main" val="12441919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28"/>
          <p:cNvSpPr txBox="1">
            <a:spLocks noGrp="1"/>
          </p:cNvSpPr>
          <p:nvPr>
            <p:ph type="title"/>
          </p:nvPr>
        </p:nvSpPr>
        <p:spPr>
          <a:xfrm>
            <a:off x="2659849" y="2102764"/>
            <a:ext cx="2985878" cy="654292"/>
          </a:xfrm>
          <a:prstGeom prst="rect">
            <a:avLst/>
          </a:prstGeom>
        </p:spPr>
        <p:txBody>
          <a:bodyPr spcFirstLastPara="1" wrap="square" lIns="0" tIns="0" rIns="0" bIns="91425" anchor="t" anchorCtr="0">
            <a:normAutofit fontScale="90000"/>
          </a:bodyPr>
          <a:lstStyle/>
          <a:p>
            <a:pPr marL="0" lvl="0" indent="0" algn="l" rtl="0">
              <a:spcBef>
                <a:spcPts val="0"/>
              </a:spcBef>
              <a:spcAft>
                <a:spcPts val="0"/>
              </a:spcAft>
              <a:buNone/>
            </a:pPr>
            <a:r>
              <a:rPr lang="en-US" sz="4400" dirty="0">
                <a:latin typeface="Google Sans" panose="020B0604020202020204" charset="0"/>
                <a:ea typeface="Google Sans" panose="020B0604020202020204" charset="0"/>
                <a:cs typeface="Google Sans" panose="020B0604020202020204" charset="0"/>
              </a:rPr>
              <a:t>Guidelines</a:t>
            </a:r>
            <a:endParaRPr lang="en-US" dirty="0">
              <a:latin typeface="Google Sans" panose="020B0604020202020204" charset="0"/>
              <a:ea typeface="Google Sans" panose="020B0604020202020204" charset="0"/>
              <a:cs typeface="Google Sans" panose="020B0604020202020204" charset="0"/>
            </a:endParaRPr>
          </a:p>
        </p:txBody>
      </p:sp>
    </p:spTree>
    <p:extLst>
      <p:ext uri="{BB962C8B-B14F-4D97-AF65-F5344CB8AC3E}">
        <p14:creationId xmlns:p14="http://schemas.microsoft.com/office/powerpoint/2010/main" val="33906227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6B95F68F-F625-9BCA-FA5D-776E4FE998E9}"/>
              </a:ext>
            </a:extLst>
          </p:cNvPr>
          <p:cNvSpPr txBox="1"/>
          <p:nvPr/>
        </p:nvSpPr>
        <p:spPr>
          <a:xfrm>
            <a:off x="109470" y="913544"/>
            <a:ext cx="8925059" cy="3859518"/>
          </a:xfrm>
          <a:prstGeom prst="rect">
            <a:avLst/>
          </a:prstGeom>
          <a:noFill/>
        </p:spPr>
        <p:txBody>
          <a:bodyPr wrap="square">
            <a:spAutoFit/>
          </a:bodyPr>
          <a:lstStyle/>
          <a:p>
            <a:pPr algn="just">
              <a:spcAft>
                <a:spcPts val="1200"/>
              </a:spcAft>
            </a:pPr>
            <a:r>
              <a:rPr lang="en-US" sz="1600" b="1" dirty="0">
                <a:latin typeface="Google Sans" panose="020B0604020202020204" charset="0"/>
                <a:ea typeface="Google Sans" panose="020B0604020202020204" charset="0"/>
                <a:cs typeface="Google Sans" panose="020B0604020202020204" charset="0"/>
                <a:sym typeface="Arial"/>
              </a:rPr>
              <a:t>Interpretable messages :</a:t>
            </a:r>
          </a:p>
          <a:p>
            <a:pPr marL="0" lvl="0" indent="0" algn="just" rtl="0">
              <a:lnSpc>
                <a:spcPct val="115000"/>
              </a:lnSpc>
              <a:spcBef>
                <a:spcPts val="0"/>
              </a:spcBef>
              <a:spcAft>
                <a:spcPts val="1200"/>
              </a:spcAft>
              <a:buSzPts val="1600"/>
              <a:buNone/>
            </a:pPr>
            <a:r>
              <a:rPr lang="en-US" sz="1600" dirty="0">
                <a:latin typeface="Google Sans" panose="020B0604020202020204" charset="0"/>
                <a:ea typeface="Google Sans" panose="020B0604020202020204" charset="0"/>
                <a:cs typeface="Google Sans" panose="020B0604020202020204" charset="0"/>
                <a:sym typeface="Arial"/>
              </a:rPr>
              <a:t>Avoid use of characters that look alike </a:t>
            </a:r>
          </a:p>
          <a:p>
            <a:pPr marL="0" lvl="0" indent="0" algn="just" rtl="0">
              <a:lnSpc>
                <a:spcPct val="115000"/>
              </a:lnSpc>
              <a:spcBef>
                <a:spcPts val="0"/>
              </a:spcBef>
              <a:spcAft>
                <a:spcPts val="1200"/>
              </a:spcAft>
              <a:buSzPts val="1600"/>
              <a:buNone/>
            </a:pPr>
            <a:r>
              <a:rPr lang="en-US" sz="1600" dirty="0">
                <a:latin typeface="Google Sans" panose="020B0604020202020204" charset="0"/>
                <a:ea typeface="Google Sans" panose="020B0604020202020204" charset="0"/>
                <a:cs typeface="Google Sans" panose="020B0604020202020204" charset="0"/>
                <a:sym typeface="Arial"/>
              </a:rPr>
              <a:t>E.g. 1lI, B8, QO0CD, and break up long strings in phone numbers e.g. (000) 000–0000</a:t>
            </a:r>
          </a:p>
          <a:p>
            <a:pPr algn="just">
              <a:spcAft>
                <a:spcPts val="1200"/>
              </a:spcAft>
            </a:pPr>
            <a:r>
              <a:rPr lang="en-US" sz="1600" b="1" dirty="0">
                <a:latin typeface="Google Sans" panose="020B0604020202020204" charset="0"/>
                <a:ea typeface="Google Sans" panose="020B0604020202020204" charset="0"/>
                <a:cs typeface="Google Sans" panose="020B0604020202020204" charset="0"/>
                <a:sym typeface="Arial"/>
              </a:rPr>
              <a:t>Stick to active voice </a:t>
            </a:r>
            <a:r>
              <a:rPr lang="en-US" sz="1600" dirty="0">
                <a:latin typeface="Google Sans" panose="020B0604020202020204" charset="0"/>
                <a:ea typeface="Google Sans" panose="020B0604020202020204" charset="0"/>
                <a:cs typeface="Google Sans" panose="020B0604020202020204" charset="0"/>
                <a:sym typeface="Arial"/>
              </a:rPr>
              <a:t>: </a:t>
            </a:r>
          </a:p>
          <a:p>
            <a:pPr algn="just">
              <a:spcAft>
                <a:spcPts val="1200"/>
              </a:spcAft>
            </a:pPr>
            <a:r>
              <a:rPr lang="en-US" sz="1600" dirty="0">
                <a:latin typeface="Google Sans" panose="020B0604020202020204" charset="0"/>
                <a:ea typeface="Google Sans" panose="020B0604020202020204" charset="0"/>
                <a:cs typeface="Google Sans" panose="020B0604020202020204" charset="0"/>
                <a:sym typeface="Arial"/>
              </a:rPr>
              <a:t>Passive voice sentences are longer and harder to comprehend. </a:t>
            </a:r>
          </a:p>
          <a:p>
            <a:pPr algn="just">
              <a:spcAft>
                <a:spcPts val="1200"/>
              </a:spcAft>
            </a:pPr>
            <a:r>
              <a:rPr lang="en-US" sz="1600" dirty="0">
                <a:latin typeface="Google Sans" panose="020B0604020202020204" charset="0"/>
                <a:ea typeface="Google Sans" panose="020B0604020202020204" charset="0"/>
                <a:cs typeface="Google Sans" panose="020B0604020202020204" charset="0"/>
                <a:sym typeface="Arial"/>
              </a:rPr>
              <a:t>Users with ADHD will get bored, dyslexics will have even more trouble reading, and so will readers on the spectrum.</a:t>
            </a:r>
          </a:p>
          <a:p>
            <a:pPr algn="just">
              <a:spcAft>
                <a:spcPts val="1200"/>
              </a:spcAft>
            </a:pPr>
            <a:r>
              <a:rPr lang="en-US" sz="1600" b="1" dirty="0">
                <a:latin typeface="Google Sans" panose="020B0604020202020204" charset="0"/>
                <a:ea typeface="Google Sans" panose="020B0604020202020204" charset="0"/>
                <a:cs typeface="Google Sans" panose="020B0604020202020204" charset="0"/>
                <a:sym typeface="Arial"/>
              </a:rPr>
              <a:t>Avoid metaphors </a:t>
            </a:r>
            <a:r>
              <a:rPr lang="en-US" sz="1600" dirty="0">
                <a:latin typeface="Google Sans" panose="020B0604020202020204" charset="0"/>
                <a:ea typeface="Google Sans" panose="020B0604020202020204" charset="0"/>
                <a:cs typeface="Google Sans" panose="020B0604020202020204" charset="0"/>
                <a:sym typeface="Arial"/>
              </a:rPr>
              <a:t>:</a:t>
            </a:r>
          </a:p>
          <a:p>
            <a:pPr algn="just">
              <a:spcAft>
                <a:spcPts val="1200"/>
              </a:spcAft>
            </a:pPr>
            <a:r>
              <a:rPr lang="en-US" sz="1600" dirty="0">
                <a:latin typeface="Google Sans" panose="020B0604020202020204" charset="0"/>
                <a:ea typeface="Google Sans" panose="020B0604020202020204" charset="0"/>
                <a:cs typeface="Google Sans" panose="020B0604020202020204" charset="0"/>
                <a:sym typeface="Arial"/>
              </a:rPr>
              <a:t>Trouble understanding metaphors, such as idioms and other abstract figures of speech. </a:t>
            </a:r>
          </a:p>
          <a:p>
            <a:pPr algn="just">
              <a:spcAft>
                <a:spcPts val="1200"/>
              </a:spcAft>
            </a:pPr>
            <a:r>
              <a:rPr lang="en-US" sz="1600" dirty="0">
                <a:latin typeface="Google Sans" panose="020B0604020202020204" charset="0"/>
                <a:ea typeface="Google Sans" panose="020B0604020202020204" charset="0"/>
                <a:cs typeface="Google Sans" panose="020B0604020202020204" charset="0"/>
                <a:sym typeface="Arial"/>
              </a:rPr>
              <a:t>E.g. Instead of calling it a day, it’s more inclusive to say that something is done.</a:t>
            </a:r>
          </a:p>
        </p:txBody>
      </p:sp>
      <p:sp>
        <p:nvSpPr>
          <p:cNvPr id="4" name="Google Shape;273;p49">
            <a:extLst>
              <a:ext uri="{FF2B5EF4-FFF2-40B4-BE49-F238E27FC236}">
                <a16:creationId xmlns:a16="http://schemas.microsoft.com/office/drawing/2014/main" id="{5657C18F-3153-5686-6CC6-BDFCC4BB7AD1}"/>
              </a:ext>
            </a:extLst>
          </p:cNvPr>
          <p:cNvSpPr txBox="1"/>
          <p:nvPr/>
        </p:nvSpPr>
        <p:spPr>
          <a:xfrm>
            <a:off x="1" y="138826"/>
            <a:ext cx="7456448" cy="433603"/>
          </a:xfrm>
          <a:prstGeom prst="rect">
            <a:avLst/>
          </a:prstGeom>
          <a:noFill/>
          <a:ln>
            <a:noFill/>
          </a:ln>
        </p:spPr>
        <p:txBody>
          <a:bodyPr spcFirstLastPara="1" wrap="square" lIns="0" tIns="0" rIns="0" bIns="0" anchor="b" anchorCtr="0">
            <a:noAutofit/>
          </a:bodyPr>
          <a:lstStyle/>
          <a:p>
            <a:pPr marL="0" marR="0" lvl="0" indent="0" algn="ctr" rtl="0">
              <a:lnSpc>
                <a:spcPct val="100000"/>
              </a:lnSpc>
              <a:spcBef>
                <a:spcPts val="0"/>
              </a:spcBef>
              <a:spcAft>
                <a:spcPts val="0"/>
              </a:spcAft>
              <a:buClr>
                <a:srgbClr val="000000"/>
              </a:buClr>
              <a:buSzPts val="3100"/>
              <a:buFont typeface="Google Sans"/>
              <a:buNone/>
            </a:pPr>
            <a:r>
              <a:rPr lang="en" sz="2500" b="0" i="0" u="none" strike="noStrike" cap="none" dirty="0">
                <a:solidFill>
                  <a:schemeClr val="dk1"/>
                </a:solidFill>
                <a:latin typeface="Google Sans"/>
                <a:ea typeface="Google Sans"/>
                <a:cs typeface="Google Sans"/>
                <a:sym typeface="Google Sans"/>
              </a:rPr>
              <a:t>Guidelines</a:t>
            </a:r>
            <a:endParaRPr sz="100" dirty="0">
              <a:solidFill>
                <a:schemeClr val="dk1"/>
              </a:solidFill>
            </a:endParaRPr>
          </a:p>
        </p:txBody>
      </p:sp>
    </p:spTree>
    <p:extLst>
      <p:ext uri="{BB962C8B-B14F-4D97-AF65-F5344CB8AC3E}">
        <p14:creationId xmlns:p14="http://schemas.microsoft.com/office/powerpoint/2010/main" val="239986796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80FE3C-ABB6-56F6-A827-C99F85C3F55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48A4C77-12F0-D16B-B554-97620A99D0B3}"/>
              </a:ext>
            </a:extLst>
          </p:cNvPr>
          <p:cNvSpPr txBox="1"/>
          <p:nvPr/>
        </p:nvSpPr>
        <p:spPr>
          <a:xfrm>
            <a:off x="270165" y="596706"/>
            <a:ext cx="7952508" cy="4435958"/>
          </a:xfrm>
          <a:prstGeom prst="rect">
            <a:avLst/>
          </a:prstGeom>
          <a:noFill/>
        </p:spPr>
        <p:txBody>
          <a:bodyPr wrap="square">
            <a:spAutoFit/>
          </a:bodyPr>
          <a:lstStyle/>
          <a:p>
            <a:pPr marL="0" lvl="0" indent="0" algn="l" rtl="0">
              <a:lnSpc>
                <a:spcPct val="115000"/>
              </a:lnSpc>
              <a:spcBef>
                <a:spcPts val="0"/>
              </a:spcBef>
              <a:spcAft>
                <a:spcPts val="1200"/>
              </a:spcAft>
              <a:buSzPts val="1600"/>
              <a:buNone/>
            </a:pPr>
            <a:r>
              <a:rPr lang="en-US" sz="1600" b="1" dirty="0">
                <a:latin typeface="Google Sans" panose="020B0604020202020204" charset="0"/>
                <a:ea typeface="Google Sans" panose="020B0604020202020204" charset="0"/>
                <a:cs typeface="Google Sans" panose="020B0604020202020204" charset="0"/>
                <a:sym typeface="Arial"/>
              </a:rPr>
              <a:t>Use emojis wisely :</a:t>
            </a:r>
          </a:p>
          <a:p>
            <a:pPr marL="0" lvl="0" indent="0" algn="l" rtl="0">
              <a:lnSpc>
                <a:spcPct val="115000"/>
              </a:lnSpc>
              <a:spcBef>
                <a:spcPts val="0"/>
              </a:spcBef>
              <a:spcAft>
                <a:spcPts val="1200"/>
              </a:spcAft>
              <a:buSzPts val="1600"/>
              <a:buNone/>
            </a:pPr>
            <a:r>
              <a:rPr lang="en-US" sz="1600" dirty="0">
                <a:latin typeface="Google Sans" panose="020B0604020202020204" charset="0"/>
                <a:ea typeface="Google Sans" panose="020B0604020202020204" charset="0"/>
                <a:cs typeface="Google Sans" panose="020B0604020202020204" charset="0"/>
                <a:sym typeface="Arial"/>
              </a:rPr>
              <a:t>Different languages have different interpretations. Custom and culture vary</a:t>
            </a:r>
          </a:p>
          <a:p>
            <a:endParaRPr lang="en-US" sz="1600" b="1" dirty="0">
              <a:latin typeface="Google Sans" panose="020B0604020202020204" charset="0"/>
              <a:ea typeface="Google Sans" panose="020B0604020202020204" charset="0"/>
              <a:cs typeface="Google Sans" panose="020B0604020202020204" charset="0"/>
            </a:endParaRPr>
          </a:p>
          <a:p>
            <a:r>
              <a:rPr lang="en-US" sz="1600" b="1" dirty="0">
                <a:latin typeface="Google Sans" panose="020B0604020202020204" charset="0"/>
                <a:ea typeface="Google Sans" panose="020B0604020202020204" charset="0"/>
                <a:cs typeface="Google Sans" panose="020B0604020202020204" charset="0"/>
              </a:rPr>
              <a:t>Format your writing :</a:t>
            </a:r>
            <a:r>
              <a:rPr lang="en-US" sz="1600" dirty="0">
                <a:latin typeface="Google Sans" panose="020B0604020202020204" charset="0"/>
                <a:ea typeface="Google Sans" panose="020B0604020202020204" charset="0"/>
                <a:cs typeface="Google Sans" panose="020B0604020202020204" charset="0"/>
              </a:rPr>
              <a:t> </a:t>
            </a:r>
          </a:p>
          <a:p>
            <a:endParaRPr lang="en-US" sz="1600" dirty="0">
              <a:latin typeface="Google Sans" panose="020B0604020202020204" charset="0"/>
              <a:ea typeface="Google Sans" panose="020B0604020202020204" charset="0"/>
              <a:cs typeface="Google Sans" panose="020B0604020202020204" charset="0"/>
            </a:endParaRPr>
          </a:p>
          <a:p>
            <a:r>
              <a:rPr lang="en-US" sz="1600" dirty="0">
                <a:latin typeface="Google Sans" panose="020B0604020202020204" charset="0"/>
                <a:ea typeface="Google Sans" panose="020B0604020202020204" charset="0"/>
                <a:cs typeface="Google Sans" panose="020B0604020202020204" charset="0"/>
              </a:rPr>
              <a:t>Divide large chunks of text into smaller paragraphs. </a:t>
            </a:r>
          </a:p>
          <a:p>
            <a:r>
              <a:rPr lang="en-US" sz="1600" dirty="0">
                <a:latin typeface="Google Sans" panose="020B0604020202020204" charset="0"/>
                <a:ea typeface="Google Sans" panose="020B0604020202020204" charset="0"/>
                <a:cs typeface="Google Sans" panose="020B0604020202020204" charset="0"/>
              </a:rPr>
              <a:t>It is challenging for people struggling with limited attention spans.</a:t>
            </a:r>
          </a:p>
          <a:p>
            <a:endParaRPr lang="en-US" sz="1600" dirty="0">
              <a:latin typeface="Google Sans" panose="020B0604020202020204" charset="0"/>
              <a:ea typeface="Google Sans" panose="020B0604020202020204" charset="0"/>
              <a:cs typeface="Google Sans" panose="020B0604020202020204" charset="0"/>
            </a:endParaRPr>
          </a:p>
          <a:p>
            <a:r>
              <a:rPr lang="en-US" sz="1600" b="1" dirty="0">
                <a:latin typeface="Google Sans" panose="020B0604020202020204" charset="0"/>
                <a:ea typeface="Google Sans" panose="020B0604020202020204" charset="0"/>
                <a:cs typeface="Google Sans" panose="020B0604020202020204" charset="0"/>
              </a:rPr>
              <a:t>Use descriptive buttons :</a:t>
            </a:r>
            <a:r>
              <a:rPr lang="en-US" sz="1600" dirty="0">
                <a:latin typeface="Google Sans" panose="020B0604020202020204" charset="0"/>
                <a:ea typeface="Google Sans" panose="020B0604020202020204" charset="0"/>
                <a:cs typeface="Google Sans" panose="020B0604020202020204" charset="0"/>
              </a:rPr>
              <a:t> </a:t>
            </a:r>
          </a:p>
          <a:p>
            <a:endParaRPr lang="en-US" sz="1600" dirty="0">
              <a:latin typeface="Google Sans" panose="020B0604020202020204" charset="0"/>
              <a:ea typeface="Google Sans" panose="020B0604020202020204" charset="0"/>
              <a:cs typeface="Google Sans" panose="020B0604020202020204" charset="0"/>
            </a:endParaRPr>
          </a:p>
          <a:p>
            <a:r>
              <a:rPr lang="en-US" sz="1600" dirty="0">
                <a:latin typeface="Google Sans" panose="020B0604020202020204" charset="0"/>
                <a:ea typeface="Google Sans" panose="020B0604020202020204" charset="0"/>
                <a:cs typeface="Google Sans" panose="020B0604020202020204" charset="0"/>
              </a:rPr>
              <a:t>No vague microcopy, such as </a:t>
            </a:r>
            <a:r>
              <a:rPr lang="en-US" sz="1600" i="1" dirty="0">
                <a:latin typeface="Google Sans" panose="020B0604020202020204" charset="0"/>
                <a:ea typeface="Google Sans" panose="020B0604020202020204" charset="0"/>
                <a:cs typeface="Google Sans" panose="020B0604020202020204" charset="0"/>
              </a:rPr>
              <a:t>Click here. </a:t>
            </a:r>
            <a:r>
              <a:rPr lang="en-US" sz="1600" dirty="0">
                <a:latin typeface="Google Sans" panose="020B0604020202020204" charset="0"/>
                <a:ea typeface="Google Sans" panose="020B0604020202020204" charset="0"/>
                <a:cs typeface="Google Sans" panose="020B0604020202020204" charset="0"/>
              </a:rPr>
              <a:t>Think of screen readers</a:t>
            </a:r>
          </a:p>
          <a:p>
            <a:endParaRPr lang="en-US" sz="1600" dirty="0">
              <a:latin typeface="Google Sans" panose="020B0604020202020204" charset="0"/>
              <a:ea typeface="Google Sans" panose="020B0604020202020204" charset="0"/>
              <a:cs typeface="Google Sans" panose="020B0604020202020204" charset="0"/>
            </a:endParaRPr>
          </a:p>
          <a:p>
            <a:r>
              <a:rPr lang="en-US" sz="1600" dirty="0">
                <a:latin typeface="Google Sans" panose="020B0604020202020204" charset="0"/>
                <a:ea typeface="Google Sans" panose="020B0604020202020204" charset="0"/>
                <a:cs typeface="Google Sans" panose="020B0604020202020204" charset="0"/>
              </a:rPr>
              <a:t>Describe the purpose of the button.</a:t>
            </a:r>
          </a:p>
          <a:p>
            <a:r>
              <a:rPr lang="en-US" sz="1600" dirty="0">
                <a:latin typeface="Google Sans" panose="020B0604020202020204" charset="0"/>
                <a:ea typeface="Google Sans" panose="020B0604020202020204" charset="0"/>
                <a:cs typeface="Google Sans" panose="020B0604020202020204" charset="0"/>
              </a:rPr>
              <a:t>Example: </a:t>
            </a:r>
            <a:r>
              <a:rPr lang="en-US" sz="1600" i="1" dirty="0">
                <a:latin typeface="Google Sans" panose="020B0604020202020204" charset="0"/>
                <a:ea typeface="Google Sans" panose="020B0604020202020204" charset="0"/>
                <a:cs typeface="Google Sans" panose="020B0604020202020204" charset="0"/>
              </a:rPr>
              <a:t>Upload images, Register, Download the e-book</a:t>
            </a:r>
            <a:r>
              <a:rPr lang="en-US" sz="1600" dirty="0">
                <a:latin typeface="Google Sans" panose="020B0604020202020204" charset="0"/>
                <a:ea typeface="Google Sans" panose="020B0604020202020204" charset="0"/>
                <a:cs typeface="Google Sans" panose="020B0604020202020204" charset="0"/>
              </a:rPr>
              <a:t>. </a:t>
            </a:r>
          </a:p>
          <a:p>
            <a:r>
              <a:rPr lang="en-US" sz="1600" dirty="0">
                <a:latin typeface="Google Sans" panose="020B0604020202020204" charset="0"/>
                <a:ea typeface="Google Sans" panose="020B0604020202020204" charset="0"/>
                <a:cs typeface="Google Sans" panose="020B0604020202020204" charset="0"/>
              </a:rPr>
              <a:t>This simple change makes navigation smoother and reduces anxiety.</a:t>
            </a:r>
          </a:p>
          <a:p>
            <a:pPr marL="0" lvl="0" indent="0" algn="l" rtl="0">
              <a:lnSpc>
                <a:spcPct val="115000"/>
              </a:lnSpc>
              <a:spcBef>
                <a:spcPts val="0"/>
              </a:spcBef>
              <a:spcAft>
                <a:spcPts val="1200"/>
              </a:spcAft>
              <a:buSzPts val="1600"/>
              <a:buNone/>
            </a:pPr>
            <a:endParaRPr lang="en-US" sz="1600" dirty="0">
              <a:latin typeface="Google Sans" panose="020B0604020202020204" charset="0"/>
              <a:ea typeface="Google Sans" panose="020B0604020202020204" charset="0"/>
              <a:cs typeface="Google Sans" panose="020B0604020202020204" charset="0"/>
              <a:sym typeface="Arial"/>
            </a:endParaRPr>
          </a:p>
        </p:txBody>
      </p:sp>
      <p:sp>
        <p:nvSpPr>
          <p:cNvPr id="4" name="Google Shape;273;p49">
            <a:extLst>
              <a:ext uri="{FF2B5EF4-FFF2-40B4-BE49-F238E27FC236}">
                <a16:creationId xmlns:a16="http://schemas.microsoft.com/office/drawing/2014/main" id="{2DB19D98-7005-BD22-C06E-9F1B8C5F7218}"/>
              </a:ext>
            </a:extLst>
          </p:cNvPr>
          <p:cNvSpPr txBox="1"/>
          <p:nvPr/>
        </p:nvSpPr>
        <p:spPr>
          <a:xfrm>
            <a:off x="457199" y="39029"/>
            <a:ext cx="7130867" cy="433603"/>
          </a:xfrm>
          <a:prstGeom prst="rect">
            <a:avLst/>
          </a:prstGeom>
          <a:noFill/>
          <a:ln>
            <a:noFill/>
          </a:ln>
        </p:spPr>
        <p:txBody>
          <a:bodyPr spcFirstLastPara="1" wrap="square" lIns="0" tIns="0" rIns="0" bIns="0" anchor="b" anchorCtr="0">
            <a:noAutofit/>
          </a:bodyPr>
          <a:lstStyle/>
          <a:p>
            <a:pPr marL="0" marR="0" lvl="0" indent="0" algn="ctr" rtl="0">
              <a:lnSpc>
                <a:spcPct val="100000"/>
              </a:lnSpc>
              <a:spcBef>
                <a:spcPts val="0"/>
              </a:spcBef>
              <a:spcAft>
                <a:spcPts val="0"/>
              </a:spcAft>
              <a:buClr>
                <a:srgbClr val="000000"/>
              </a:buClr>
              <a:buSzPts val="3100"/>
              <a:buFont typeface="Google Sans"/>
              <a:buNone/>
            </a:pPr>
            <a:r>
              <a:rPr lang="en" sz="2500" b="0" i="0" u="none" strike="noStrike" cap="none" dirty="0">
                <a:solidFill>
                  <a:schemeClr val="dk1"/>
                </a:solidFill>
                <a:latin typeface="Google Sans"/>
                <a:ea typeface="Google Sans"/>
                <a:cs typeface="Google Sans"/>
                <a:sym typeface="Google Sans"/>
              </a:rPr>
              <a:t>Guidelines</a:t>
            </a:r>
            <a:endParaRPr sz="100" dirty="0">
              <a:solidFill>
                <a:schemeClr val="dk1"/>
              </a:solidFill>
            </a:endParaRPr>
          </a:p>
        </p:txBody>
      </p:sp>
    </p:spTree>
    <p:extLst>
      <p:ext uri="{BB962C8B-B14F-4D97-AF65-F5344CB8AC3E}">
        <p14:creationId xmlns:p14="http://schemas.microsoft.com/office/powerpoint/2010/main" val="270002226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6B95F68F-F625-9BCA-FA5D-776E4FE998E9}"/>
              </a:ext>
            </a:extLst>
          </p:cNvPr>
          <p:cNvSpPr txBox="1"/>
          <p:nvPr/>
        </p:nvSpPr>
        <p:spPr>
          <a:xfrm>
            <a:off x="157920" y="804561"/>
            <a:ext cx="8445530" cy="4054315"/>
          </a:xfrm>
          <a:prstGeom prst="rect">
            <a:avLst/>
          </a:prstGeom>
          <a:noFill/>
        </p:spPr>
        <p:txBody>
          <a:bodyPr wrap="square">
            <a:spAutoFit/>
          </a:bodyPr>
          <a:lstStyle/>
          <a:p>
            <a:endParaRPr lang="en-CA" sz="1600" dirty="0">
              <a:latin typeface="Google Sans" panose="020B0604020202020204" charset="0"/>
              <a:ea typeface="Google Sans" panose="020B0604020202020204" charset="0"/>
              <a:cs typeface="Google Sans" panose="020B0604020202020204" charset="0"/>
            </a:endParaRPr>
          </a:p>
          <a:p>
            <a:r>
              <a:rPr lang="en-US" sz="1600" b="1" dirty="0">
                <a:latin typeface="Google Sans" panose="020B0604020202020204" charset="0"/>
                <a:ea typeface="Google Sans" panose="020B0604020202020204" charset="0"/>
                <a:cs typeface="Google Sans" panose="020B0604020202020204" charset="0"/>
              </a:rPr>
              <a:t>Be careful with animations :</a:t>
            </a:r>
          </a:p>
          <a:p>
            <a:endParaRPr lang="en-US" sz="1600" dirty="0">
              <a:latin typeface="Google Sans" panose="020B0604020202020204" charset="0"/>
              <a:ea typeface="Google Sans" panose="020B0604020202020204" charset="0"/>
              <a:cs typeface="Google Sans" panose="020B0604020202020204" charset="0"/>
            </a:endParaRPr>
          </a:p>
          <a:p>
            <a:r>
              <a:rPr lang="en-US" sz="1600" dirty="0">
                <a:latin typeface="Google Sans" panose="020B0604020202020204" charset="0"/>
                <a:ea typeface="Google Sans" panose="020B0604020202020204" charset="0"/>
                <a:cs typeface="Google Sans" panose="020B0604020202020204" charset="0"/>
              </a:rPr>
              <a:t>Too much stimulation can induce anxiety in people on the autism spectrum, which may even lead to physical pain, withdrawal, or meltdown. </a:t>
            </a:r>
          </a:p>
          <a:p>
            <a:endParaRPr lang="en-US" sz="1600" dirty="0">
              <a:latin typeface="Google Sans" panose="020B0604020202020204" charset="0"/>
              <a:ea typeface="Google Sans" panose="020B0604020202020204" charset="0"/>
              <a:cs typeface="Google Sans" panose="020B0604020202020204" charset="0"/>
            </a:endParaRPr>
          </a:p>
          <a:p>
            <a:r>
              <a:rPr lang="en-US" sz="1600" b="1" dirty="0">
                <a:latin typeface="Google Sans" panose="020B0604020202020204" charset="0"/>
                <a:ea typeface="Google Sans" panose="020B0604020202020204" charset="0"/>
                <a:cs typeface="Google Sans" panose="020B0604020202020204" charset="0"/>
              </a:rPr>
              <a:t>Use of animated elements </a:t>
            </a:r>
            <a:r>
              <a:rPr lang="en-US" sz="1600" dirty="0">
                <a:latin typeface="Google Sans" panose="020B0604020202020204" charset="0"/>
                <a:ea typeface="Google Sans" panose="020B0604020202020204" charset="0"/>
                <a:cs typeface="Google Sans" panose="020B0604020202020204" charset="0"/>
              </a:rPr>
              <a:t>: </a:t>
            </a:r>
          </a:p>
          <a:p>
            <a:endParaRPr lang="en-US" sz="1600" dirty="0">
              <a:latin typeface="Google Sans" panose="020B0604020202020204" charset="0"/>
              <a:ea typeface="Google Sans" panose="020B0604020202020204" charset="0"/>
              <a:cs typeface="Google Sans" panose="020B0604020202020204" charset="0"/>
            </a:endParaRPr>
          </a:p>
          <a:p>
            <a:r>
              <a:rPr lang="en-US" sz="1600" dirty="0">
                <a:latin typeface="Google Sans" panose="020B0604020202020204" charset="0"/>
                <a:ea typeface="Google Sans" panose="020B0604020202020204" charset="0"/>
                <a:cs typeface="Google Sans" panose="020B0604020202020204" charset="0"/>
              </a:rPr>
              <a:t>Should be limited to instances when it serves a purpose.</a:t>
            </a:r>
          </a:p>
          <a:p>
            <a:r>
              <a:rPr lang="en-US" sz="1600" dirty="0">
                <a:latin typeface="Google Sans" panose="020B0604020202020204" charset="0"/>
                <a:ea typeface="Google Sans" panose="020B0604020202020204" charset="0"/>
                <a:cs typeface="Google Sans" panose="020B0604020202020204" charset="0"/>
              </a:rPr>
              <a:t>Also remember not to make them too invasive.</a:t>
            </a:r>
          </a:p>
          <a:p>
            <a:endParaRPr lang="en-US" sz="1600" dirty="0">
              <a:latin typeface="Google Sans" panose="020B0604020202020204" charset="0"/>
              <a:ea typeface="Google Sans" panose="020B0604020202020204" charset="0"/>
              <a:cs typeface="Google Sans" panose="020B0604020202020204" charset="0"/>
            </a:endParaRPr>
          </a:p>
          <a:p>
            <a:r>
              <a:rPr lang="en-US" sz="1600" b="1" dirty="0">
                <a:latin typeface="Google Sans" panose="020B0604020202020204" charset="0"/>
                <a:ea typeface="Google Sans" panose="020B0604020202020204" charset="0"/>
                <a:cs typeface="Google Sans" panose="020B0604020202020204" charset="0"/>
              </a:rPr>
              <a:t>Mind the abbreviations :</a:t>
            </a:r>
            <a:r>
              <a:rPr lang="en-US" sz="1600" dirty="0">
                <a:latin typeface="Google Sans" panose="020B0604020202020204" charset="0"/>
                <a:ea typeface="Google Sans" panose="020B0604020202020204" charset="0"/>
                <a:cs typeface="Google Sans" panose="020B0604020202020204" charset="0"/>
              </a:rPr>
              <a:t> </a:t>
            </a:r>
          </a:p>
          <a:p>
            <a:endParaRPr lang="en-US" sz="1600" dirty="0">
              <a:latin typeface="Google Sans" panose="020B0604020202020204" charset="0"/>
              <a:ea typeface="Google Sans" panose="020B0604020202020204" charset="0"/>
              <a:cs typeface="Google Sans" panose="020B0604020202020204" charset="0"/>
            </a:endParaRPr>
          </a:p>
          <a:p>
            <a:r>
              <a:rPr lang="en-US" sz="1600" dirty="0">
                <a:latin typeface="Google Sans" panose="020B0604020202020204" charset="0"/>
                <a:ea typeface="Google Sans" panose="020B0604020202020204" charset="0"/>
                <a:cs typeface="Google Sans" panose="020B0604020202020204" charset="0"/>
              </a:rPr>
              <a:t>AI in context</a:t>
            </a:r>
            <a:br>
              <a:rPr lang="en-US" sz="1600" dirty="0">
                <a:latin typeface="Google Sans" panose="020B0604020202020204" charset="0"/>
                <a:ea typeface="Google Sans" panose="020B0604020202020204" charset="0"/>
                <a:cs typeface="Google Sans" panose="020B0604020202020204" charset="0"/>
              </a:rPr>
            </a:br>
            <a:r>
              <a:rPr lang="en-US" sz="1600" dirty="0">
                <a:latin typeface="Google Sans" panose="020B0604020202020204" charset="0"/>
                <a:ea typeface="Google Sans" panose="020B0604020202020204" charset="0"/>
                <a:cs typeface="Google Sans" panose="020B0604020202020204" charset="0"/>
              </a:rPr>
              <a:t>Artificial Intelligence vs Artificial Insemination</a:t>
            </a:r>
          </a:p>
          <a:p>
            <a:pPr marL="0" lvl="0" indent="0" algn="l" rtl="0">
              <a:lnSpc>
                <a:spcPct val="115000"/>
              </a:lnSpc>
              <a:spcBef>
                <a:spcPts val="0"/>
              </a:spcBef>
              <a:spcAft>
                <a:spcPts val="1200"/>
              </a:spcAft>
              <a:buSzPts val="1600"/>
              <a:buNone/>
            </a:pPr>
            <a:endParaRPr lang="en-US" sz="1600" dirty="0">
              <a:latin typeface="Google Sans" panose="020B0604020202020204" charset="0"/>
              <a:ea typeface="Google Sans" panose="020B0604020202020204" charset="0"/>
              <a:cs typeface="Google Sans" panose="020B0604020202020204" charset="0"/>
              <a:sym typeface="Arial"/>
            </a:endParaRPr>
          </a:p>
        </p:txBody>
      </p:sp>
      <p:sp>
        <p:nvSpPr>
          <p:cNvPr id="4" name="Google Shape;273;p49">
            <a:extLst>
              <a:ext uri="{FF2B5EF4-FFF2-40B4-BE49-F238E27FC236}">
                <a16:creationId xmlns:a16="http://schemas.microsoft.com/office/drawing/2014/main" id="{5657C18F-3153-5686-6CC6-BDFCC4BB7AD1}"/>
              </a:ext>
            </a:extLst>
          </p:cNvPr>
          <p:cNvSpPr txBox="1"/>
          <p:nvPr/>
        </p:nvSpPr>
        <p:spPr>
          <a:xfrm>
            <a:off x="1032387" y="138826"/>
            <a:ext cx="6843252" cy="433603"/>
          </a:xfrm>
          <a:prstGeom prst="rect">
            <a:avLst/>
          </a:prstGeom>
          <a:noFill/>
          <a:ln>
            <a:noFill/>
          </a:ln>
        </p:spPr>
        <p:txBody>
          <a:bodyPr spcFirstLastPara="1" wrap="square" lIns="0" tIns="0" rIns="0" bIns="0" anchor="b" anchorCtr="0">
            <a:noAutofit/>
          </a:bodyPr>
          <a:lstStyle/>
          <a:p>
            <a:pPr marL="0" marR="0" lvl="0" indent="0" algn="ctr" rtl="0">
              <a:lnSpc>
                <a:spcPct val="100000"/>
              </a:lnSpc>
              <a:spcBef>
                <a:spcPts val="0"/>
              </a:spcBef>
              <a:spcAft>
                <a:spcPts val="0"/>
              </a:spcAft>
              <a:buClr>
                <a:srgbClr val="000000"/>
              </a:buClr>
              <a:buSzPts val="3100"/>
              <a:buFont typeface="Google Sans"/>
              <a:buNone/>
            </a:pPr>
            <a:r>
              <a:rPr lang="en" sz="2500" b="0" i="0" u="none" strike="noStrike" cap="none" dirty="0">
                <a:solidFill>
                  <a:schemeClr val="dk1"/>
                </a:solidFill>
                <a:latin typeface="Google Sans"/>
                <a:ea typeface="Google Sans"/>
                <a:cs typeface="Google Sans"/>
                <a:sym typeface="Google Sans"/>
              </a:rPr>
              <a:t>Guidelines</a:t>
            </a:r>
            <a:endParaRPr sz="100" dirty="0">
              <a:solidFill>
                <a:schemeClr val="dk1"/>
              </a:solidFill>
            </a:endParaRPr>
          </a:p>
        </p:txBody>
      </p:sp>
    </p:spTree>
    <p:extLst>
      <p:ext uri="{BB962C8B-B14F-4D97-AF65-F5344CB8AC3E}">
        <p14:creationId xmlns:p14="http://schemas.microsoft.com/office/powerpoint/2010/main" val="3884205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31"/>
        <p:cNvGrpSpPr/>
        <p:nvPr/>
      </p:nvGrpSpPr>
      <p:grpSpPr>
        <a:xfrm>
          <a:off x="0" y="0"/>
          <a:ext cx="0" cy="0"/>
          <a:chOff x="0" y="0"/>
          <a:chExt cx="0" cy="0"/>
        </a:xfrm>
      </p:grpSpPr>
      <p:sp>
        <p:nvSpPr>
          <p:cNvPr id="233" name="Google Shape;233;p43"/>
          <p:cNvSpPr txBox="1">
            <a:spLocks noGrp="1"/>
          </p:cNvSpPr>
          <p:nvPr>
            <p:ph type="title"/>
          </p:nvPr>
        </p:nvSpPr>
        <p:spPr>
          <a:xfrm>
            <a:off x="55418" y="796636"/>
            <a:ext cx="6322898" cy="4292525"/>
          </a:xfrm>
          <a:prstGeom prst="rect">
            <a:avLst/>
          </a:prstGeom>
        </p:spPr>
        <p:txBody>
          <a:bodyPr spcFirstLastPara="1" wrap="square" lIns="91425" tIns="91425" rIns="91425" bIns="91425" anchor="t" anchorCtr="0">
            <a:normAutofit/>
          </a:bodyPr>
          <a:lstStyle/>
          <a:p>
            <a:pPr marL="127000" indent="0">
              <a:buNone/>
            </a:pPr>
            <a:br>
              <a:rPr lang="en-US" sz="2000" dirty="0">
                <a:latin typeface="Google Sans" panose="020B0604020202020204" charset="0"/>
                <a:ea typeface="Google Sans" panose="020B0604020202020204" charset="0"/>
                <a:cs typeface="Google Sans" panose="020B0604020202020204" charset="0"/>
              </a:rPr>
            </a:br>
            <a:br>
              <a:rPr lang="en-US" sz="2000" dirty="0">
                <a:latin typeface="Google Sans" panose="020B0604020202020204" charset="0"/>
                <a:ea typeface="Google Sans" panose="020B0604020202020204" charset="0"/>
                <a:cs typeface="Google Sans" panose="020B0604020202020204" charset="0"/>
              </a:rPr>
            </a:br>
            <a:r>
              <a:rPr lang="en-US" sz="2000" dirty="0">
                <a:latin typeface="Google Sans" panose="020B0604020202020204" charset="0"/>
                <a:ea typeface="Google Sans" panose="020B0604020202020204" charset="0"/>
                <a:cs typeface="Google Sans" panose="020B0604020202020204" charset="0"/>
              </a:rPr>
              <a:t>Avoid autoplay</a:t>
            </a:r>
            <a:br>
              <a:rPr lang="en-US" sz="2000" dirty="0">
                <a:latin typeface="Google Sans" panose="020B0604020202020204" charset="0"/>
                <a:ea typeface="Google Sans" panose="020B0604020202020204" charset="0"/>
                <a:cs typeface="Google Sans" panose="020B0604020202020204" charset="0"/>
              </a:rPr>
            </a:br>
            <a:br>
              <a:rPr lang="en-US" sz="2000" dirty="0">
                <a:latin typeface="Google Sans" panose="020B0604020202020204" charset="0"/>
                <a:ea typeface="Google Sans" panose="020B0604020202020204" charset="0"/>
                <a:cs typeface="Google Sans" panose="020B0604020202020204" charset="0"/>
              </a:rPr>
            </a:br>
            <a:r>
              <a:rPr lang="en-US" sz="2000" dirty="0">
                <a:latin typeface="Google Sans" panose="020B0604020202020204" charset="0"/>
                <a:ea typeface="Google Sans" panose="020B0604020202020204" charset="0"/>
                <a:cs typeface="Google Sans" panose="020B0604020202020204" charset="0"/>
              </a:rPr>
              <a:t>Unexpected movement is surprising and scary, not to mention the sound!</a:t>
            </a:r>
            <a:br>
              <a:rPr lang="en-US" sz="2000" dirty="0">
                <a:latin typeface="Google Sans" panose="020B0604020202020204" charset="0"/>
                <a:ea typeface="Google Sans" panose="020B0604020202020204" charset="0"/>
                <a:cs typeface="Google Sans" panose="020B0604020202020204" charset="0"/>
              </a:rPr>
            </a:br>
            <a:r>
              <a:rPr lang="en-US" sz="1400" dirty="0" err="1">
                <a:latin typeface="Google Sans" panose="020B0604020202020204" charset="0"/>
                <a:ea typeface="Google Sans" panose="020B0604020202020204" charset="0"/>
                <a:cs typeface="Google Sans" panose="020B0604020202020204" charset="0"/>
              </a:rPr>
              <a:t>Psstt</a:t>
            </a:r>
            <a:r>
              <a:rPr lang="en-US" sz="2000" dirty="0">
                <a:latin typeface="Google Sans" panose="020B0604020202020204" charset="0"/>
                <a:ea typeface="Google Sans" panose="020B0604020202020204" charset="0"/>
                <a:cs typeface="Google Sans" panose="020B0604020202020204" charset="0"/>
              </a:rPr>
              <a:t> </a:t>
            </a:r>
            <a:r>
              <a:rPr lang="en-US" sz="1600" dirty="0">
                <a:latin typeface="Google Sans" panose="020B0604020202020204" charset="0"/>
                <a:ea typeface="Google Sans" panose="020B0604020202020204" charset="0"/>
                <a:cs typeface="Google Sans" panose="020B0604020202020204" charset="0"/>
              </a:rPr>
              <a:t>I startle a lot!</a:t>
            </a:r>
            <a:br>
              <a:rPr lang="en-US" sz="1600" dirty="0">
                <a:latin typeface="Google Sans" panose="020B0604020202020204" charset="0"/>
                <a:ea typeface="Google Sans" panose="020B0604020202020204" charset="0"/>
                <a:cs typeface="Google Sans" panose="020B0604020202020204" charset="0"/>
              </a:rPr>
            </a:br>
            <a:br>
              <a:rPr lang="en-US" sz="2000" dirty="0">
                <a:latin typeface="Google Sans" panose="020B0604020202020204" charset="0"/>
                <a:ea typeface="Google Sans" panose="020B0604020202020204" charset="0"/>
                <a:cs typeface="Google Sans" panose="020B0604020202020204" charset="0"/>
              </a:rPr>
            </a:br>
            <a:r>
              <a:rPr lang="en-US" sz="2000" dirty="0">
                <a:effectLst/>
                <a:latin typeface="Google Sans" panose="020B0604020202020204" charset="0"/>
                <a:ea typeface="Google Sans" panose="020B0604020202020204" charset="0"/>
                <a:cs typeface="Google Sans" panose="020B0604020202020204" charset="0"/>
              </a:rPr>
              <a:t>Add subtitles and captions</a:t>
            </a:r>
            <a:br>
              <a:rPr lang="en-US" sz="2000" dirty="0">
                <a:latin typeface="Google Sans" panose="020B0604020202020204" charset="0"/>
                <a:ea typeface="Google Sans" panose="020B0604020202020204" charset="0"/>
                <a:cs typeface="Google Sans" panose="020B0604020202020204" charset="0"/>
              </a:rPr>
            </a:br>
            <a:br>
              <a:rPr lang="en-US" sz="2000" dirty="0">
                <a:latin typeface="Google Sans" panose="020B0604020202020204" charset="0"/>
                <a:ea typeface="Google Sans" panose="020B0604020202020204" charset="0"/>
                <a:cs typeface="Google Sans" panose="020B0604020202020204" charset="0"/>
              </a:rPr>
            </a:br>
            <a:endParaRPr lang="en-CA" sz="2000" dirty="0">
              <a:latin typeface="Google Sans" panose="020B0604020202020204" charset="0"/>
              <a:ea typeface="Google Sans" panose="020B0604020202020204" charset="0"/>
              <a:cs typeface="Google Sans" panose="020B0604020202020204" charset="0"/>
            </a:endParaRPr>
          </a:p>
        </p:txBody>
      </p:sp>
      <p:pic>
        <p:nvPicPr>
          <p:cNvPr id="2" name="Picture 1">
            <a:extLst>
              <a:ext uri="{FF2B5EF4-FFF2-40B4-BE49-F238E27FC236}">
                <a16:creationId xmlns:a16="http://schemas.microsoft.com/office/drawing/2014/main" id="{07501CD2-C6C9-C101-911B-98E270E3D7C7}"/>
              </a:ext>
            </a:extLst>
          </p:cNvPr>
          <p:cNvPicPr>
            <a:picLocks noChangeAspect="1"/>
          </p:cNvPicPr>
          <p:nvPr/>
        </p:nvPicPr>
        <p:blipFill>
          <a:blip r:embed="rId3"/>
          <a:stretch>
            <a:fillRect/>
          </a:stretch>
        </p:blipFill>
        <p:spPr>
          <a:xfrm>
            <a:off x="6457985" y="2463460"/>
            <a:ext cx="2509874" cy="1678030"/>
          </a:xfrm>
          <a:prstGeom prst="rect">
            <a:avLst/>
          </a:prstGeom>
        </p:spPr>
      </p:pic>
      <p:pic>
        <p:nvPicPr>
          <p:cNvPr id="3" name="Picture 2">
            <a:extLst>
              <a:ext uri="{FF2B5EF4-FFF2-40B4-BE49-F238E27FC236}">
                <a16:creationId xmlns:a16="http://schemas.microsoft.com/office/drawing/2014/main" id="{99FC0E22-753B-969D-1076-4511B4CE3002}"/>
              </a:ext>
            </a:extLst>
          </p:cNvPr>
          <p:cNvPicPr>
            <a:picLocks noChangeAspect="1"/>
          </p:cNvPicPr>
          <p:nvPr/>
        </p:nvPicPr>
        <p:blipFill>
          <a:blip r:embed="rId4"/>
          <a:stretch>
            <a:fillRect/>
          </a:stretch>
        </p:blipFill>
        <p:spPr>
          <a:xfrm>
            <a:off x="6455948" y="725644"/>
            <a:ext cx="2509874" cy="1333500"/>
          </a:xfrm>
          <a:prstGeom prst="rect">
            <a:avLst/>
          </a:prstGeom>
        </p:spPr>
      </p:pic>
      <p:sp>
        <p:nvSpPr>
          <p:cNvPr id="4" name="Google Shape;273;p49">
            <a:extLst>
              <a:ext uri="{FF2B5EF4-FFF2-40B4-BE49-F238E27FC236}">
                <a16:creationId xmlns:a16="http://schemas.microsoft.com/office/drawing/2014/main" id="{46259F76-8951-18D0-74FD-171E1671491E}"/>
              </a:ext>
            </a:extLst>
          </p:cNvPr>
          <p:cNvSpPr txBox="1"/>
          <p:nvPr/>
        </p:nvSpPr>
        <p:spPr>
          <a:xfrm>
            <a:off x="540550" y="160875"/>
            <a:ext cx="6843252" cy="433603"/>
          </a:xfrm>
          <a:prstGeom prst="rect">
            <a:avLst/>
          </a:prstGeom>
          <a:noFill/>
          <a:ln>
            <a:noFill/>
          </a:ln>
        </p:spPr>
        <p:txBody>
          <a:bodyPr spcFirstLastPara="1" wrap="square" lIns="0" tIns="0" rIns="0" bIns="0" anchor="b" anchorCtr="0">
            <a:noAutofit/>
          </a:bodyPr>
          <a:lstStyle/>
          <a:p>
            <a:pPr marL="0" marR="0" lvl="0" indent="0" algn="ctr" rtl="0">
              <a:lnSpc>
                <a:spcPct val="100000"/>
              </a:lnSpc>
              <a:spcBef>
                <a:spcPts val="0"/>
              </a:spcBef>
              <a:spcAft>
                <a:spcPts val="0"/>
              </a:spcAft>
              <a:buClr>
                <a:srgbClr val="000000"/>
              </a:buClr>
              <a:buSzPts val="3100"/>
              <a:buFont typeface="Google Sans"/>
              <a:buNone/>
            </a:pPr>
            <a:r>
              <a:rPr lang="en" sz="2500" b="0" i="0" u="none" strike="noStrike" cap="none" dirty="0">
                <a:solidFill>
                  <a:schemeClr val="dk1"/>
                </a:solidFill>
                <a:latin typeface="Google Sans"/>
                <a:ea typeface="Google Sans"/>
                <a:cs typeface="Google Sans"/>
                <a:sym typeface="Google Sans"/>
              </a:rPr>
              <a:t>Guidelines</a:t>
            </a:r>
            <a:endParaRPr sz="100" dirty="0">
              <a:solidFill>
                <a:schemeClr val="dk1"/>
              </a:solidFill>
            </a:endParaRPr>
          </a:p>
        </p:txBody>
      </p:sp>
    </p:spTree>
    <p:extLst>
      <p:ext uri="{BB962C8B-B14F-4D97-AF65-F5344CB8AC3E}">
        <p14:creationId xmlns:p14="http://schemas.microsoft.com/office/powerpoint/2010/main" val="192635985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231"/>
        <p:cNvGrpSpPr/>
        <p:nvPr/>
      </p:nvGrpSpPr>
      <p:grpSpPr>
        <a:xfrm>
          <a:off x="0" y="0"/>
          <a:ext cx="0" cy="0"/>
          <a:chOff x="0" y="0"/>
          <a:chExt cx="0" cy="0"/>
        </a:xfrm>
      </p:grpSpPr>
      <p:sp>
        <p:nvSpPr>
          <p:cNvPr id="233" name="Google Shape;233;p43"/>
          <p:cNvSpPr txBox="1">
            <a:spLocks noGrp="1"/>
          </p:cNvSpPr>
          <p:nvPr>
            <p:ph type="title"/>
          </p:nvPr>
        </p:nvSpPr>
        <p:spPr>
          <a:xfrm>
            <a:off x="111040" y="893618"/>
            <a:ext cx="4884706" cy="3978535"/>
          </a:xfrm>
          <a:prstGeom prst="rect">
            <a:avLst/>
          </a:prstGeom>
        </p:spPr>
        <p:txBody>
          <a:bodyPr spcFirstLastPara="1" wrap="square" lIns="91425" tIns="91425" rIns="91425" bIns="91425" anchor="t" anchorCtr="0">
            <a:normAutofit/>
          </a:bodyPr>
          <a:lstStyle/>
          <a:p>
            <a:pPr marL="127000" indent="0">
              <a:buNone/>
            </a:pPr>
            <a:r>
              <a:rPr lang="en-US" sz="2000" dirty="0">
                <a:latin typeface="Google Sans" panose="020B0604020202020204" charset="0"/>
                <a:ea typeface="Google Sans" panose="020B0604020202020204" charset="0"/>
                <a:cs typeface="Google Sans" panose="020B0604020202020204" charset="0"/>
              </a:rPr>
              <a:t>Aim to visually please, rather than disturb.</a:t>
            </a:r>
            <a:br>
              <a:rPr lang="en-US" sz="2000" dirty="0">
                <a:latin typeface="Google Sans" panose="020B0604020202020204" charset="0"/>
                <a:ea typeface="Google Sans" panose="020B0604020202020204" charset="0"/>
                <a:cs typeface="Google Sans" panose="020B0604020202020204" charset="0"/>
              </a:rPr>
            </a:br>
            <a:br>
              <a:rPr lang="en-US" sz="2000" dirty="0">
                <a:latin typeface="Google Sans" panose="020B0604020202020204" charset="0"/>
                <a:ea typeface="Google Sans" panose="020B0604020202020204" charset="0"/>
                <a:cs typeface="Google Sans" panose="020B0604020202020204" charset="0"/>
              </a:rPr>
            </a:br>
            <a:r>
              <a:rPr lang="en-US" sz="2000" dirty="0">
                <a:latin typeface="Google Sans" panose="020B0604020202020204" charset="0"/>
                <a:ea typeface="Google Sans" panose="020B0604020202020204" charset="0"/>
                <a:cs typeface="Google Sans" panose="020B0604020202020204" charset="0"/>
              </a:rPr>
              <a:t>Abstain from auto play in websites and music that suddenly appears out of nowhere.</a:t>
            </a:r>
            <a:br>
              <a:rPr lang="en-US" sz="2000" dirty="0">
                <a:latin typeface="Google Sans" panose="020B0604020202020204" charset="0"/>
                <a:ea typeface="Google Sans" panose="020B0604020202020204" charset="0"/>
                <a:cs typeface="Google Sans" panose="020B0604020202020204" charset="0"/>
              </a:rPr>
            </a:br>
            <a:br>
              <a:rPr lang="en-US" sz="2000" dirty="0">
                <a:latin typeface="Google Sans" panose="020B0604020202020204" charset="0"/>
                <a:ea typeface="Google Sans" panose="020B0604020202020204" charset="0"/>
                <a:cs typeface="Google Sans" panose="020B0604020202020204" charset="0"/>
              </a:rPr>
            </a:br>
            <a:r>
              <a:rPr lang="en-US" sz="2000" dirty="0">
                <a:latin typeface="Google Sans" panose="020B0604020202020204" charset="0"/>
                <a:ea typeface="Google Sans" panose="020B0604020202020204" charset="0"/>
                <a:cs typeface="Google Sans" panose="020B0604020202020204" charset="0"/>
              </a:rPr>
              <a:t>Skip highly vibrant colors.</a:t>
            </a:r>
            <a:br>
              <a:rPr lang="en-US" sz="2000" dirty="0">
                <a:latin typeface="Google Sans" panose="020B0604020202020204" charset="0"/>
                <a:ea typeface="Google Sans" panose="020B0604020202020204" charset="0"/>
                <a:cs typeface="Google Sans" panose="020B0604020202020204" charset="0"/>
              </a:rPr>
            </a:br>
            <a:br>
              <a:rPr lang="en-US" sz="2000" dirty="0">
                <a:latin typeface="Google Sans" panose="020B0604020202020204" charset="0"/>
                <a:ea typeface="Google Sans" panose="020B0604020202020204" charset="0"/>
                <a:cs typeface="Google Sans" panose="020B0604020202020204" charset="0"/>
              </a:rPr>
            </a:br>
            <a:r>
              <a:rPr lang="en-US" sz="2000" dirty="0">
                <a:latin typeface="Google Sans" panose="020B0604020202020204" charset="0"/>
                <a:ea typeface="Google Sans" panose="020B0604020202020204" charset="0"/>
                <a:cs typeface="Google Sans" panose="020B0604020202020204" charset="0"/>
              </a:rPr>
              <a:t>Perform user testing and focus groups with ND users.</a:t>
            </a:r>
            <a:br>
              <a:rPr lang="en-US" sz="2000" dirty="0">
                <a:latin typeface="Google Sans" panose="020B0604020202020204" charset="0"/>
                <a:ea typeface="Google Sans" panose="020B0604020202020204" charset="0"/>
                <a:cs typeface="Google Sans" panose="020B0604020202020204" charset="0"/>
              </a:rPr>
            </a:br>
            <a:br>
              <a:rPr lang="en-US" sz="2000" dirty="0">
                <a:latin typeface="Google Sans" panose="020B0604020202020204" charset="0"/>
                <a:ea typeface="Google Sans" panose="020B0604020202020204" charset="0"/>
                <a:cs typeface="Google Sans" panose="020B0604020202020204" charset="0"/>
              </a:rPr>
            </a:br>
            <a:endParaRPr lang="en-CA" sz="2000" dirty="0">
              <a:latin typeface="Google Sans" panose="020B0604020202020204" charset="0"/>
              <a:ea typeface="Google Sans" panose="020B0604020202020204" charset="0"/>
              <a:cs typeface="Google Sans" panose="020B0604020202020204" charset="0"/>
            </a:endParaRPr>
          </a:p>
        </p:txBody>
      </p:sp>
      <p:pic>
        <p:nvPicPr>
          <p:cNvPr id="1026" name="Picture 2" descr="bright_saturated-button">
            <a:extLst>
              <a:ext uri="{FF2B5EF4-FFF2-40B4-BE49-F238E27FC236}">
                <a16:creationId xmlns:a16="http://schemas.microsoft.com/office/drawing/2014/main" id="{EB13F083-8302-3B7E-08B7-18E75C06D20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037145" y="1004432"/>
            <a:ext cx="3995815" cy="31346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0197781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F3B06E7-1ADF-A065-776F-F02AA57AAB90}"/>
              </a:ext>
            </a:extLst>
          </p:cNvPr>
          <p:cNvSpPr>
            <a:spLocks noGrp="1"/>
          </p:cNvSpPr>
          <p:nvPr>
            <p:ph type="title" idx="2"/>
          </p:nvPr>
        </p:nvSpPr>
        <p:spPr>
          <a:xfrm>
            <a:off x="1073700" y="259698"/>
            <a:ext cx="5708100" cy="583800"/>
          </a:xfrm>
        </p:spPr>
        <p:txBody>
          <a:bodyPr>
            <a:normAutofit/>
          </a:bodyPr>
          <a:lstStyle/>
          <a:p>
            <a:r>
              <a:rPr lang="en-US" dirty="0">
                <a:latin typeface="Google Sans" panose="020B0604020202020204" charset="0"/>
                <a:cs typeface="Google Sans" panose="020B0604020202020204" charset="0"/>
              </a:rPr>
              <a:t>Context is the king err queen</a:t>
            </a:r>
            <a:endParaRPr lang="en-CA" dirty="0">
              <a:latin typeface="Google Sans" panose="020B0604020202020204" charset="0"/>
              <a:cs typeface="Google Sans" panose="020B0604020202020204" charset="0"/>
            </a:endParaRPr>
          </a:p>
        </p:txBody>
      </p:sp>
      <p:sp>
        <p:nvSpPr>
          <p:cNvPr id="5" name="Google Shape;233;p43">
            <a:extLst>
              <a:ext uri="{FF2B5EF4-FFF2-40B4-BE49-F238E27FC236}">
                <a16:creationId xmlns:a16="http://schemas.microsoft.com/office/drawing/2014/main" id="{D136BDCB-1A02-0D0D-5F73-8F0F59971A6B}"/>
              </a:ext>
            </a:extLst>
          </p:cNvPr>
          <p:cNvSpPr txBox="1">
            <a:spLocks noGrp="1"/>
          </p:cNvSpPr>
          <p:nvPr>
            <p:ph type="title"/>
          </p:nvPr>
        </p:nvSpPr>
        <p:spPr>
          <a:xfrm>
            <a:off x="270164" y="1032164"/>
            <a:ext cx="4100945" cy="3048000"/>
          </a:xfrm>
          <a:prstGeom prst="rect">
            <a:avLst/>
          </a:prstGeom>
        </p:spPr>
        <p:txBody>
          <a:bodyPr spcFirstLastPara="1" wrap="square" lIns="91425" tIns="91425" rIns="91425" bIns="91425" anchor="t" anchorCtr="0">
            <a:normAutofit fontScale="90000"/>
          </a:bodyPr>
          <a:lstStyle/>
          <a:p>
            <a:pPr marL="127000" indent="0">
              <a:buNone/>
            </a:pPr>
            <a:br>
              <a:rPr lang="en-US" sz="2000" dirty="0">
                <a:latin typeface="Google Sans" panose="020B0604020202020204" charset="0"/>
                <a:ea typeface="Google Sans" panose="020B0604020202020204" charset="0"/>
                <a:cs typeface="Google Sans" panose="020B0604020202020204" charset="0"/>
              </a:rPr>
            </a:br>
            <a:r>
              <a:rPr lang="en-US" sz="2000" dirty="0">
                <a:latin typeface="Google Sans" panose="020B0604020202020204" charset="0"/>
                <a:ea typeface="Google Sans" panose="020B0604020202020204" charset="0"/>
                <a:cs typeface="Google Sans" panose="020B0604020202020204" charset="0"/>
              </a:rPr>
              <a:t> Think and </a:t>
            </a:r>
            <a:r>
              <a:rPr lang="en-CA" sz="2000" dirty="0">
                <a:latin typeface="Google Sans" panose="020B0604020202020204" charset="0"/>
                <a:ea typeface="Google Sans" panose="020B0604020202020204" charset="0"/>
                <a:cs typeface="Google Sans" panose="020B0604020202020204" charset="0"/>
              </a:rPr>
              <a:t>Feel GILTY!</a:t>
            </a:r>
            <a:br>
              <a:rPr lang="en-CA" sz="2000" dirty="0">
                <a:latin typeface="Google Sans" panose="020B0604020202020204" charset="0"/>
                <a:ea typeface="Google Sans" panose="020B0604020202020204" charset="0"/>
                <a:cs typeface="Google Sans" panose="020B0604020202020204" charset="0"/>
              </a:rPr>
            </a:br>
            <a:br>
              <a:rPr lang="en-CA" sz="2000" dirty="0">
                <a:latin typeface="Google Sans" panose="020B0604020202020204" charset="0"/>
                <a:ea typeface="Google Sans" panose="020B0604020202020204" charset="0"/>
                <a:cs typeface="Google Sans" panose="020B0604020202020204" charset="0"/>
              </a:rPr>
            </a:br>
            <a:br>
              <a:rPr lang="en-CA" sz="2000" dirty="0">
                <a:latin typeface="Google Sans" panose="020B0604020202020204" charset="0"/>
                <a:ea typeface="Google Sans" panose="020B0604020202020204" charset="0"/>
                <a:cs typeface="Google Sans" panose="020B0604020202020204" charset="0"/>
              </a:rPr>
            </a:br>
            <a:br>
              <a:rPr lang="en-CA" sz="2000" dirty="0">
                <a:latin typeface="Google Sans" panose="020B0604020202020204" charset="0"/>
                <a:ea typeface="Google Sans" panose="020B0604020202020204" charset="0"/>
                <a:cs typeface="Google Sans" panose="020B0604020202020204" charset="0"/>
              </a:rPr>
            </a:br>
            <a:r>
              <a:rPr lang="en-CA" sz="2000" dirty="0">
                <a:latin typeface="Google Sans" panose="020B0604020202020204" charset="0"/>
                <a:ea typeface="Google Sans" panose="020B0604020202020204" charset="0"/>
                <a:cs typeface="Google Sans" panose="020B0604020202020204" charset="0"/>
              </a:rPr>
              <a:t>GILT :  A word salad!</a:t>
            </a:r>
            <a:br>
              <a:rPr lang="en-CA" sz="2000" dirty="0">
                <a:latin typeface="Google Sans" panose="020B0604020202020204" charset="0"/>
                <a:ea typeface="Google Sans" panose="020B0604020202020204" charset="0"/>
                <a:cs typeface="Google Sans" panose="020B0604020202020204" charset="0"/>
              </a:rPr>
            </a:br>
            <a:br>
              <a:rPr lang="en-CA" sz="2000" dirty="0">
                <a:latin typeface="Google Sans" panose="020B0604020202020204" charset="0"/>
                <a:ea typeface="Google Sans" panose="020B0604020202020204" charset="0"/>
                <a:cs typeface="Google Sans" panose="020B0604020202020204" charset="0"/>
              </a:rPr>
            </a:br>
            <a:r>
              <a:rPr lang="en-CA" sz="2000" dirty="0">
                <a:latin typeface="Google Sans" panose="020B0604020202020204" charset="0"/>
                <a:ea typeface="Google Sans" panose="020B0604020202020204" charset="0"/>
                <a:cs typeface="Google Sans" panose="020B0604020202020204" charset="0"/>
              </a:rPr>
              <a:t>Globalization (G11N)</a:t>
            </a:r>
            <a:br>
              <a:rPr lang="en-CA" sz="2000" dirty="0">
                <a:latin typeface="Google Sans" panose="020B0604020202020204" charset="0"/>
                <a:ea typeface="Google Sans" panose="020B0604020202020204" charset="0"/>
                <a:cs typeface="Google Sans" panose="020B0604020202020204" charset="0"/>
              </a:rPr>
            </a:br>
            <a:r>
              <a:rPr lang="en-CA" sz="2000" dirty="0">
                <a:latin typeface="Google Sans" panose="020B0604020202020204" charset="0"/>
                <a:ea typeface="Google Sans" panose="020B0604020202020204" charset="0"/>
                <a:cs typeface="Google Sans" panose="020B0604020202020204" charset="0"/>
              </a:rPr>
              <a:t>Internationalization (I18N)</a:t>
            </a:r>
            <a:br>
              <a:rPr lang="en-CA" sz="2000" dirty="0">
                <a:latin typeface="Google Sans" panose="020B0604020202020204" charset="0"/>
                <a:ea typeface="Google Sans" panose="020B0604020202020204" charset="0"/>
                <a:cs typeface="Google Sans" panose="020B0604020202020204" charset="0"/>
              </a:rPr>
            </a:br>
            <a:r>
              <a:rPr lang="en-CA" sz="2000" dirty="0">
                <a:latin typeface="Google Sans" panose="020B0604020202020204" charset="0"/>
                <a:ea typeface="Google Sans" panose="020B0604020202020204" charset="0"/>
                <a:cs typeface="Google Sans" panose="020B0604020202020204" charset="0"/>
              </a:rPr>
              <a:t>Localization (L10N)</a:t>
            </a:r>
            <a:br>
              <a:rPr lang="en-CA" sz="2000" dirty="0">
                <a:latin typeface="Google Sans" panose="020B0604020202020204" charset="0"/>
                <a:ea typeface="Google Sans" panose="020B0604020202020204" charset="0"/>
                <a:cs typeface="Google Sans" panose="020B0604020202020204" charset="0"/>
              </a:rPr>
            </a:br>
            <a:r>
              <a:rPr lang="en-CA" sz="2000" dirty="0">
                <a:latin typeface="Google Sans" panose="020B0604020202020204" charset="0"/>
                <a:ea typeface="Google Sans" panose="020B0604020202020204" charset="0"/>
                <a:cs typeface="Google Sans" panose="020B0604020202020204" charset="0"/>
              </a:rPr>
              <a:t>Translation  (T9N)</a:t>
            </a:r>
          </a:p>
        </p:txBody>
      </p:sp>
      <p:sp>
        <p:nvSpPr>
          <p:cNvPr id="6" name="TextBox 5">
            <a:extLst>
              <a:ext uri="{FF2B5EF4-FFF2-40B4-BE49-F238E27FC236}">
                <a16:creationId xmlns:a16="http://schemas.microsoft.com/office/drawing/2014/main" id="{76BD3DB8-DA56-6CDC-6B47-508F653BE476}"/>
              </a:ext>
            </a:extLst>
          </p:cNvPr>
          <p:cNvSpPr txBox="1"/>
          <p:nvPr/>
        </p:nvSpPr>
        <p:spPr>
          <a:xfrm>
            <a:off x="360219" y="4745302"/>
            <a:ext cx="6802582" cy="276999"/>
          </a:xfrm>
          <a:prstGeom prst="rect">
            <a:avLst/>
          </a:prstGeom>
          <a:noFill/>
        </p:spPr>
        <p:txBody>
          <a:bodyPr wrap="square" rtlCol="0">
            <a:spAutoFit/>
          </a:bodyPr>
          <a:lstStyle/>
          <a:p>
            <a:r>
              <a:rPr lang="en-CA" sz="1200" dirty="0"/>
              <a:t>Source : https://www.adverbum.com/en/blog/globalization-internationalization-localization-translation</a:t>
            </a:r>
          </a:p>
        </p:txBody>
      </p:sp>
      <p:pic>
        <p:nvPicPr>
          <p:cNvPr id="10" name="Picture 9">
            <a:extLst>
              <a:ext uri="{FF2B5EF4-FFF2-40B4-BE49-F238E27FC236}">
                <a16:creationId xmlns:a16="http://schemas.microsoft.com/office/drawing/2014/main" id="{470A1257-0929-77B5-BE9B-A7DB5B0D6EC2}"/>
              </a:ext>
            </a:extLst>
          </p:cNvPr>
          <p:cNvPicPr>
            <a:picLocks noChangeAspect="1"/>
          </p:cNvPicPr>
          <p:nvPr/>
        </p:nvPicPr>
        <p:blipFill>
          <a:blip r:embed="rId3"/>
          <a:stretch>
            <a:fillRect/>
          </a:stretch>
        </p:blipFill>
        <p:spPr>
          <a:xfrm>
            <a:off x="4572000" y="1535741"/>
            <a:ext cx="3810000" cy="2066925"/>
          </a:xfrm>
          <a:prstGeom prst="rect">
            <a:avLst/>
          </a:prstGeom>
        </p:spPr>
      </p:pic>
    </p:spTree>
    <p:extLst>
      <p:ext uri="{BB962C8B-B14F-4D97-AF65-F5344CB8AC3E}">
        <p14:creationId xmlns:p14="http://schemas.microsoft.com/office/powerpoint/2010/main" val="406284096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52ADF4-DF6B-3E98-72FD-20B31BC06B1F}"/>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8A1EAAF7-8D60-1A92-C3E6-CA5B21D0CE1C}"/>
              </a:ext>
            </a:extLst>
          </p:cNvPr>
          <p:cNvSpPr>
            <a:spLocks noGrp="1"/>
          </p:cNvSpPr>
          <p:nvPr>
            <p:ph type="title" idx="2"/>
          </p:nvPr>
        </p:nvSpPr>
        <p:spPr>
          <a:xfrm>
            <a:off x="1073700" y="259698"/>
            <a:ext cx="5708100" cy="583800"/>
          </a:xfrm>
        </p:spPr>
        <p:txBody>
          <a:bodyPr>
            <a:normAutofit/>
          </a:bodyPr>
          <a:lstStyle/>
          <a:p>
            <a:r>
              <a:rPr lang="en-US" dirty="0">
                <a:latin typeface="Google Sans" panose="020B0604020202020204" charset="0"/>
                <a:cs typeface="Google Sans" panose="020B0604020202020204" charset="0"/>
              </a:rPr>
              <a:t>Protanopia - </a:t>
            </a:r>
            <a:r>
              <a:rPr lang="en-US" dirty="0" err="1">
                <a:latin typeface="Google Sans" panose="020B0604020202020204" charset="0"/>
                <a:cs typeface="Google Sans" panose="020B0604020202020204" charset="0"/>
              </a:rPr>
              <a:t>Colour</a:t>
            </a:r>
            <a:r>
              <a:rPr lang="en-US" dirty="0">
                <a:latin typeface="Google Sans" panose="020B0604020202020204" charset="0"/>
                <a:cs typeface="Google Sans" panose="020B0604020202020204" charset="0"/>
              </a:rPr>
              <a:t> Blindness</a:t>
            </a:r>
            <a:endParaRPr lang="en-CA" dirty="0">
              <a:latin typeface="Google Sans" panose="020B0604020202020204" charset="0"/>
              <a:cs typeface="Google Sans" panose="020B0604020202020204" charset="0"/>
            </a:endParaRPr>
          </a:p>
        </p:txBody>
      </p:sp>
      <p:sp>
        <p:nvSpPr>
          <p:cNvPr id="6" name="TextBox 5">
            <a:extLst>
              <a:ext uri="{FF2B5EF4-FFF2-40B4-BE49-F238E27FC236}">
                <a16:creationId xmlns:a16="http://schemas.microsoft.com/office/drawing/2014/main" id="{BAB46F12-CA6C-EA57-564D-AD6CFB7FA5AE}"/>
              </a:ext>
            </a:extLst>
          </p:cNvPr>
          <p:cNvSpPr txBox="1"/>
          <p:nvPr/>
        </p:nvSpPr>
        <p:spPr>
          <a:xfrm>
            <a:off x="537749" y="4745302"/>
            <a:ext cx="6625052" cy="276999"/>
          </a:xfrm>
          <a:prstGeom prst="rect">
            <a:avLst/>
          </a:prstGeom>
          <a:noFill/>
        </p:spPr>
        <p:txBody>
          <a:bodyPr wrap="square" rtlCol="0">
            <a:spAutoFit/>
          </a:bodyPr>
          <a:lstStyle/>
          <a:p>
            <a:r>
              <a:rPr lang="en-CA" sz="1200" dirty="0"/>
              <a:t>Source : https://www.theverge.com/23650428/colorblindness-design-ui-accessibility-wordle</a:t>
            </a:r>
          </a:p>
        </p:txBody>
      </p:sp>
      <p:pic>
        <p:nvPicPr>
          <p:cNvPr id="4" name="Picture 3">
            <a:extLst>
              <a:ext uri="{FF2B5EF4-FFF2-40B4-BE49-F238E27FC236}">
                <a16:creationId xmlns:a16="http://schemas.microsoft.com/office/drawing/2014/main" id="{C494B839-6F41-018B-6731-0900E99CCE1C}"/>
              </a:ext>
            </a:extLst>
          </p:cNvPr>
          <p:cNvPicPr>
            <a:picLocks noChangeAspect="1"/>
          </p:cNvPicPr>
          <p:nvPr/>
        </p:nvPicPr>
        <p:blipFill>
          <a:blip r:embed="rId3"/>
          <a:stretch>
            <a:fillRect/>
          </a:stretch>
        </p:blipFill>
        <p:spPr>
          <a:xfrm>
            <a:off x="4953000" y="1009071"/>
            <a:ext cx="3816927" cy="3110640"/>
          </a:xfrm>
          <a:prstGeom prst="rect">
            <a:avLst/>
          </a:prstGeom>
        </p:spPr>
      </p:pic>
      <p:pic>
        <p:nvPicPr>
          <p:cNvPr id="11" name="Picture 10">
            <a:extLst>
              <a:ext uri="{FF2B5EF4-FFF2-40B4-BE49-F238E27FC236}">
                <a16:creationId xmlns:a16="http://schemas.microsoft.com/office/drawing/2014/main" id="{31A6A1C8-F79D-B7D9-896F-623DD73EC108}"/>
              </a:ext>
            </a:extLst>
          </p:cNvPr>
          <p:cNvPicPr>
            <a:picLocks noChangeAspect="1"/>
          </p:cNvPicPr>
          <p:nvPr/>
        </p:nvPicPr>
        <p:blipFill>
          <a:blip r:embed="rId4"/>
          <a:stretch>
            <a:fillRect/>
          </a:stretch>
        </p:blipFill>
        <p:spPr>
          <a:xfrm>
            <a:off x="537749" y="1009071"/>
            <a:ext cx="4364704" cy="3110640"/>
          </a:xfrm>
          <a:prstGeom prst="rect">
            <a:avLst/>
          </a:prstGeom>
        </p:spPr>
      </p:pic>
      <p:sp>
        <p:nvSpPr>
          <p:cNvPr id="12" name="TextBox 11">
            <a:extLst>
              <a:ext uri="{FF2B5EF4-FFF2-40B4-BE49-F238E27FC236}">
                <a16:creationId xmlns:a16="http://schemas.microsoft.com/office/drawing/2014/main" id="{C35AB05A-5EF4-6CA2-C165-9BE0E55B1381}"/>
              </a:ext>
            </a:extLst>
          </p:cNvPr>
          <p:cNvSpPr txBox="1"/>
          <p:nvPr/>
        </p:nvSpPr>
        <p:spPr>
          <a:xfrm>
            <a:off x="537749" y="4419272"/>
            <a:ext cx="3888778" cy="276999"/>
          </a:xfrm>
          <a:prstGeom prst="rect">
            <a:avLst/>
          </a:prstGeom>
          <a:noFill/>
        </p:spPr>
        <p:txBody>
          <a:bodyPr wrap="square" rtlCol="0">
            <a:spAutoFit/>
          </a:bodyPr>
          <a:lstStyle/>
          <a:p>
            <a:r>
              <a:rPr lang="en-US" sz="1200" dirty="0">
                <a:latin typeface="Google Sans" panose="020B0604020202020204" charset="0"/>
                <a:cs typeface="Google Sans" panose="020B0604020202020204" charset="0"/>
              </a:rPr>
              <a:t>Test in Grayscale. Mute the colors</a:t>
            </a:r>
            <a:endParaRPr lang="en-CA" sz="1200" dirty="0">
              <a:latin typeface="Google Sans" panose="020B0604020202020204" charset="0"/>
              <a:cs typeface="Google Sans" panose="020B0604020202020204" charset="0"/>
            </a:endParaRPr>
          </a:p>
        </p:txBody>
      </p:sp>
    </p:spTree>
    <p:extLst>
      <p:ext uri="{BB962C8B-B14F-4D97-AF65-F5344CB8AC3E}">
        <p14:creationId xmlns:p14="http://schemas.microsoft.com/office/powerpoint/2010/main" val="215481363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83910631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AADAB5-9766-78AC-A4D1-082A7972E869}"/>
              </a:ext>
            </a:extLst>
          </p:cNvPr>
          <p:cNvSpPr>
            <a:spLocks noGrp="1"/>
          </p:cNvSpPr>
          <p:nvPr>
            <p:ph type="title"/>
          </p:nvPr>
        </p:nvSpPr>
        <p:spPr/>
        <p:txBody>
          <a:bodyPr/>
          <a:lstStyle/>
          <a:p>
            <a:pPr algn="ctr"/>
            <a:r>
              <a:rPr lang="en-CA" dirty="0"/>
              <a:t>Takeaways</a:t>
            </a:r>
          </a:p>
        </p:txBody>
      </p:sp>
      <p:sp>
        <p:nvSpPr>
          <p:cNvPr id="3" name="Text Placeholder 2">
            <a:extLst>
              <a:ext uri="{FF2B5EF4-FFF2-40B4-BE49-F238E27FC236}">
                <a16:creationId xmlns:a16="http://schemas.microsoft.com/office/drawing/2014/main" id="{DA289655-A2B2-67E1-8216-E9FAEAA4627F}"/>
              </a:ext>
            </a:extLst>
          </p:cNvPr>
          <p:cNvSpPr>
            <a:spLocks noGrp="1"/>
          </p:cNvSpPr>
          <p:nvPr>
            <p:ph type="body" idx="1"/>
          </p:nvPr>
        </p:nvSpPr>
        <p:spPr>
          <a:xfrm>
            <a:off x="311699" y="1152475"/>
            <a:ext cx="8297041" cy="3416400"/>
          </a:xfrm>
        </p:spPr>
        <p:txBody>
          <a:bodyPr>
            <a:normAutofit/>
          </a:bodyPr>
          <a:lstStyle/>
          <a:p>
            <a:pPr marL="127000" indent="0">
              <a:buNone/>
            </a:pPr>
            <a:r>
              <a:rPr lang="en-US" sz="2800" dirty="0">
                <a:latin typeface="Google Sans" panose="020B0604020202020204" charset="0"/>
                <a:ea typeface="Google Sans" panose="020B0604020202020204" charset="0"/>
                <a:cs typeface="Google Sans" panose="020B0604020202020204" charset="0"/>
              </a:rPr>
              <a:t>Aim to visually please, rather than disturb.</a:t>
            </a:r>
          </a:p>
          <a:p>
            <a:pPr marL="127000" indent="0">
              <a:buNone/>
            </a:pPr>
            <a:endParaRPr lang="en-US" sz="2800" dirty="0">
              <a:latin typeface="Google Sans" panose="020B0604020202020204" charset="0"/>
              <a:ea typeface="Google Sans" panose="020B0604020202020204" charset="0"/>
              <a:cs typeface="Google Sans" panose="020B0604020202020204" charset="0"/>
            </a:endParaRPr>
          </a:p>
          <a:p>
            <a:pPr marL="127000" indent="0">
              <a:buNone/>
            </a:pPr>
            <a:r>
              <a:rPr lang="en-US" sz="2800" dirty="0">
                <a:latin typeface="Google Sans" panose="020B0604020202020204" charset="0"/>
                <a:ea typeface="Google Sans" panose="020B0604020202020204" charset="0"/>
                <a:cs typeface="Google Sans" panose="020B0604020202020204" charset="0"/>
              </a:rPr>
              <a:t>Abstain from auto play and music that suddenly appears out of nowhere.</a:t>
            </a:r>
          </a:p>
          <a:p>
            <a:pPr marL="127000" indent="0">
              <a:buNone/>
            </a:pPr>
            <a:endParaRPr lang="en-US" sz="2800" dirty="0">
              <a:latin typeface="Google Sans" panose="020B0604020202020204" charset="0"/>
              <a:ea typeface="Google Sans" panose="020B0604020202020204" charset="0"/>
              <a:cs typeface="Google Sans" panose="020B0604020202020204" charset="0"/>
            </a:endParaRPr>
          </a:p>
          <a:p>
            <a:pPr marL="127000" indent="0">
              <a:buNone/>
            </a:pPr>
            <a:r>
              <a:rPr lang="en-US" sz="2800" dirty="0">
                <a:latin typeface="Google Sans" panose="020B0604020202020204" charset="0"/>
                <a:ea typeface="Google Sans" panose="020B0604020202020204" charset="0"/>
                <a:cs typeface="Google Sans" panose="020B0604020202020204" charset="0"/>
              </a:rPr>
              <a:t>Skip highly vibrant colors.</a:t>
            </a:r>
          </a:p>
          <a:p>
            <a:endParaRPr lang="en-CA" sz="2400" dirty="0">
              <a:latin typeface="Google Sans" panose="020B0604020202020204" charset="0"/>
              <a:ea typeface="Google Sans" panose="020B0604020202020204" charset="0"/>
              <a:cs typeface="Google Sans" panose="020B0604020202020204" charset="0"/>
            </a:endParaRPr>
          </a:p>
        </p:txBody>
      </p:sp>
    </p:spTree>
    <p:extLst>
      <p:ext uri="{BB962C8B-B14F-4D97-AF65-F5344CB8AC3E}">
        <p14:creationId xmlns:p14="http://schemas.microsoft.com/office/powerpoint/2010/main" val="67742171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F40497C3-634C-7CD7-CC6F-30F491A7B76D}"/>
              </a:ext>
            </a:extLst>
          </p:cNvPr>
          <p:cNvPicPr>
            <a:picLocks noChangeAspect="1"/>
          </p:cNvPicPr>
          <p:nvPr/>
        </p:nvPicPr>
        <p:blipFill>
          <a:blip r:embed="rId2"/>
          <a:stretch>
            <a:fillRect/>
          </a:stretch>
        </p:blipFill>
        <p:spPr>
          <a:xfrm>
            <a:off x="2814540" y="0"/>
            <a:ext cx="3514920" cy="5143500"/>
          </a:xfrm>
          <a:prstGeom prst="rect">
            <a:avLst/>
          </a:prstGeom>
        </p:spPr>
      </p:pic>
    </p:spTree>
    <p:extLst>
      <p:ext uri="{BB962C8B-B14F-4D97-AF65-F5344CB8AC3E}">
        <p14:creationId xmlns:p14="http://schemas.microsoft.com/office/powerpoint/2010/main" val="366019271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BA84F37-CDF1-45E3-2EE1-F3CC16F1E8D5}"/>
              </a:ext>
            </a:extLst>
          </p:cNvPr>
          <p:cNvPicPr>
            <a:picLocks noChangeAspect="1"/>
          </p:cNvPicPr>
          <p:nvPr/>
        </p:nvPicPr>
        <p:blipFill>
          <a:blip r:embed="rId2"/>
          <a:stretch>
            <a:fillRect/>
          </a:stretch>
        </p:blipFill>
        <p:spPr>
          <a:xfrm>
            <a:off x="2814540" y="0"/>
            <a:ext cx="3514920" cy="5143500"/>
          </a:xfrm>
          <a:prstGeom prst="rect">
            <a:avLst/>
          </a:prstGeom>
        </p:spPr>
      </p:pic>
    </p:spTree>
    <p:extLst>
      <p:ext uri="{BB962C8B-B14F-4D97-AF65-F5344CB8AC3E}">
        <p14:creationId xmlns:p14="http://schemas.microsoft.com/office/powerpoint/2010/main" val="429282747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DD3F18F7-9EC7-3E36-6F18-40F95A65465A}"/>
              </a:ext>
            </a:extLst>
          </p:cNvPr>
          <p:cNvPicPr>
            <a:picLocks noChangeAspect="1"/>
          </p:cNvPicPr>
          <p:nvPr/>
        </p:nvPicPr>
        <p:blipFill>
          <a:blip r:embed="rId2"/>
          <a:stretch>
            <a:fillRect/>
          </a:stretch>
        </p:blipFill>
        <p:spPr>
          <a:xfrm>
            <a:off x="2301704" y="0"/>
            <a:ext cx="4808220" cy="4495800"/>
          </a:xfrm>
          <a:prstGeom prst="rect">
            <a:avLst/>
          </a:prstGeom>
        </p:spPr>
      </p:pic>
      <p:sp>
        <p:nvSpPr>
          <p:cNvPr id="5" name="TextBox 4">
            <a:extLst>
              <a:ext uri="{FF2B5EF4-FFF2-40B4-BE49-F238E27FC236}">
                <a16:creationId xmlns:a16="http://schemas.microsoft.com/office/drawing/2014/main" id="{ECB55B19-BCD6-F282-C32D-4F0CFFA71381}"/>
              </a:ext>
            </a:extLst>
          </p:cNvPr>
          <p:cNvSpPr txBox="1"/>
          <p:nvPr/>
        </p:nvSpPr>
        <p:spPr>
          <a:xfrm>
            <a:off x="3695700" y="4819650"/>
            <a:ext cx="2285999" cy="276999"/>
          </a:xfrm>
          <a:prstGeom prst="rect">
            <a:avLst/>
          </a:prstGeom>
          <a:noFill/>
        </p:spPr>
        <p:txBody>
          <a:bodyPr wrap="square" rtlCol="0">
            <a:spAutoFit/>
          </a:bodyPr>
          <a:lstStyle/>
          <a:p>
            <a:r>
              <a:rPr lang="en-CA" sz="1200" dirty="0">
                <a:latin typeface="Roboto Mono Light" panose="020B0604020202020204" charset="0"/>
                <a:ea typeface="Roboto Mono Light" panose="020B0604020202020204" charset="0"/>
              </a:rPr>
              <a:t>Credit : </a:t>
            </a:r>
            <a:r>
              <a:rPr lang="en-CA" sz="1200" dirty="0" err="1">
                <a:latin typeface="Roboto Mono Light" panose="020B0604020202020204" charset="0"/>
                <a:ea typeface="Roboto Mono Light" panose="020B0604020202020204" charset="0"/>
              </a:rPr>
              <a:t>DesignMantic</a:t>
            </a:r>
            <a:endParaRPr lang="en-CA" sz="1200" dirty="0">
              <a:latin typeface="Roboto Mono Light" panose="020B0604020202020204" charset="0"/>
              <a:ea typeface="Roboto Mono Light" panose="020B0604020202020204" charset="0"/>
            </a:endParaRPr>
          </a:p>
        </p:txBody>
      </p:sp>
    </p:spTree>
    <p:extLst>
      <p:ext uri="{BB962C8B-B14F-4D97-AF65-F5344CB8AC3E}">
        <p14:creationId xmlns:p14="http://schemas.microsoft.com/office/powerpoint/2010/main" val="245451158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Shape 246"/>
        <p:cNvGrpSpPr/>
        <p:nvPr/>
      </p:nvGrpSpPr>
      <p:grpSpPr>
        <a:xfrm>
          <a:off x="0" y="0"/>
          <a:ext cx="0" cy="0"/>
          <a:chOff x="0" y="0"/>
          <a:chExt cx="0" cy="0"/>
        </a:xfrm>
      </p:grpSpPr>
      <p:sp>
        <p:nvSpPr>
          <p:cNvPr id="249" name="Google Shape;249;p45"/>
          <p:cNvSpPr txBox="1">
            <a:spLocks noGrp="1"/>
          </p:cNvSpPr>
          <p:nvPr>
            <p:ph type="title" idx="4294967295"/>
          </p:nvPr>
        </p:nvSpPr>
        <p:spPr>
          <a:xfrm>
            <a:off x="678198" y="375386"/>
            <a:ext cx="4162425" cy="23749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US" dirty="0">
                <a:solidFill>
                  <a:schemeClr val="lt1"/>
                </a:solidFill>
              </a:rPr>
              <a:t>Great Minds Think Unalike And Learn Differently</a:t>
            </a:r>
            <a:br>
              <a:rPr lang="en-US" dirty="0">
                <a:solidFill>
                  <a:schemeClr val="lt1"/>
                </a:solidFill>
              </a:rPr>
            </a:br>
            <a:br>
              <a:rPr lang="en-US" dirty="0">
                <a:solidFill>
                  <a:schemeClr val="lt1"/>
                </a:solidFill>
              </a:rPr>
            </a:br>
            <a:r>
              <a:rPr lang="en-US" dirty="0">
                <a:solidFill>
                  <a:schemeClr val="lt1"/>
                </a:solidFill>
              </a:rPr>
              <a:t>Representation Matters!</a:t>
            </a:r>
          </a:p>
        </p:txBody>
      </p:sp>
      <p:sp>
        <p:nvSpPr>
          <p:cNvPr id="2" name="TextBox 1">
            <a:extLst>
              <a:ext uri="{FF2B5EF4-FFF2-40B4-BE49-F238E27FC236}">
                <a16:creationId xmlns:a16="http://schemas.microsoft.com/office/drawing/2014/main" id="{8C7BAB18-F324-C400-1D2A-87FF80352A77}"/>
              </a:ext>
            </a:extLst>
          </p:cNvPr>
          <p:cNvSpPr txBox="1"/>
          <p:nvPr/>
        </p:nvSpPr>
        <p:spPr>
          <a:xfrm>
            <a:off x="312931" y="1220677"/>
            <a:ext cx="4162425" cy="2985433"/>
          </a:xfrm>
          <a:prstGeom prst="rect">
            <a:avLst/>
          </a:prstGeom>
          <a:noFill/>
        </p:spPr>
        <p:txBody>
          <a:bodyPr wrap="square" rtlCol="0">
            <a:spAutoFit/>
          </a:bodyPr>
          <a:lstStyle/>
          <a:p>
            <a:r>
              <a:rPr lang="en-US" sz="3000" dirty="0">
                <a:latin typeface="Google Sans" panose="020B0604020202020204" charset="0"/>
                <a:ea typeface="Google Sans" panose="020B0604020202020204" charset="0"/>
                <a:cs typeface="Google Sans" panose="020B0604020202020204" charset="0"/>
              </a:rPr>
              <a:t>Aim for higher SNR</a:t>
            </a:r>
          </a:p>
          <a:p>
            <a:endParaRPr lang="en-US" sz="3000" dirty="0">
              <a:latin typeface="Google Sans" panose="020B0604020202020204" charset="0"/>
              <a:ea typeface="Google Sans" panose="020B0604020202020204" charset="0"/>
              <a:cs typeface="Google Sans" panose="020B0604020202020204" charset="0"/>
            </a:endParaRPr>
          </a:p>
          <a:p>
            <a:r>
              <a:rPr lang="en-US" sz="3200" b="0" i="0" dirty="0">
                <a:solidFill>
                  <a:srgbClr val="000000"/>
                </a:solidFill>
                <a:effectLst/>
                <a:highlight>
                  <a:srgbClr val="FFFFFF"/>
                </a:highlight>
                <a:latin typeface="Jost"/>
              </a:rPr>
              <a:t>more useful information (the signal) &gt;&gt;&gt;&gt;&gt;&gt; unwanted data (the noise)</a:t>
            </a:r>
            <a:endParaRPr lang="en-CA" sz="3000" dirty="0">
              <a:latin typeface="Google Sans" panose="020B0604020202020204" charset="0"/>
              <a:ea typeface="Google Sans" panose="020B0604020202020204" charset="0"/>
              <a:cs typeface="Google Sans" panose="020B0604020202020204" charset="0"/>
            </a:endParaRPr>
          </a:p>
        </p:txBody>
      </p:sp>
    </p:spTree>
    <p:extLst>
      <p:ext uri="{BB962C8B-B14F-4D97-AF65-F5344CB8AC3E}">
        <p14:creationId xmlns:p14="http://schemas.microsoft.com/office/powerpoint/2010/main" val="294217818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83F9277-944D-2C4D-8F24-A35317C2460D}"/>
              </a:ext>
            </a:extLst>
          </p:cNvPr>
          <p:cNvSpPr txBox="1"/>
          <p:nvPr/>
        </p:nvSpPr>
        <p:spPr>
          <a:xfrm>
            <a:off x="3746810" y="2163337"/>
            <a:ext cx="1791630" cy="584775"/>
          </a:xfrm>
          <a:prstGeom prst="rect">
            <a:avLst/>
          </a:prstGeom>
          <a:noFill/>
        </p:spPr>
        <p:txBody>
          <a:bodyPr wrap="square" rtlCol="0">
            <a:spAutoFit/>
          </a:bodyPr>
          <a:lstStyle/>
          <a:p>
            <a:r>
              <a:rPr lang="en-US" sz="3200" dirty="0"/>
              <a:t>SNR</a:t>
            </a:r>
            <a:endParaRPr lang="en-CA" sz="3200" dirty="0"/>
          </a:p>
        </p:txBody>
      </p:sp>
      <p:pic>
        <p:nvPicPr>
          <p:cNvPr id="4" name="Picture 3">
            <a:extLst>
              <a:ext uri="{FF2B5EF4-FFF2-40B4-BE49-F238E27FC236}">
                <a16:creationId xmlns:a16="http://schemas.microsoft.com/office/drawing/2014/main" id="{3A64EB42-07F6-5589-9E93-74C5E0FE9BE4}"/>
              </a:ext>
            </a:extLst>
          </p:cNvPr>
          <p:cNvPicPr>
            <a:picLocks noChangeAspect="1"/>
          </p:cNvPicPr>
          <p:nvPr/>
        </p:nvPicPr>
        <p:blipFill>
          <a:blip r:embed="rId2"/>
          <a:stretch>
            <a:fillRect/>
          </a:stretch>
        </p:blipFill>
        <p:spPr>
          <a:xfrm>
            <a:off x="0" y="8929"/>
            <a:ext cx="9144000" cy="5125641"/>
          </a:xfrm>
          <a:prstGeom prst="rect">
            <a:avLst/>
          </a:prstGeom>
        </p:spPr>
      </p:pic>
      <p:sp>
        <p:nvSpPr>
          <p:cNvPr id="3" name="TextBox 2">
            <a:extLst>
              <a:ext uri="{FF2B5EF4-FFF2-40B4-BE49-F238E27FC236}">
                <a16:creationId xmlns:a16="http://schemas.microsoft.com/office/drawing/2014/main" id="{54110566-3CDA-401E-46EC-993BCA4F438B}"/>
              </a:ext>
            </a:extLst>
          </p:cNvPr>
          <p:cNvSpPr txBox="1"/>
          <p:nvPr/>
        </p:nvSpPr>
        <p:spPr>
          <a:xfrm>
            <a:off x="1308410" y="728546"/>
            <a:ext cx="1032655" cy="369332"/>
          </a:xfrm>
          <a:prstGeom prst="rect">
            <a:avLst/>
          </a:prstGeom>
          <a:noFill/>
        </p:spPr>
        <p:txBody>
          <a:bodyPr wrap="none" rtlCol="0">
            <a:spAutoFit/>
          </a:bodyPr>
          <a:lstStyle/>
          <a:p>
            <a:r>
              <a:rPr lang="en-US" dirty="0">
                <a:solidFill>
                  <a:schemeClr val="bg1"/>
                </a:solidFill>
                <a:latin typeface="Google Sans" panose="020B0503030502040204" pitchFamily="34" charset="0"/>
              </a:rPr>
              <a:t>S/R (dB)</a:t>
            </a:r>
            <a:endParaRPr lang="en-CA" dirty="0">
              <a:solidFill>
                <a:schemeClr val="bg1"/>
              </a:solidFill>
              <a:latin typeface="Google Sans" panose="020B0503030502040204" pitchFamily="34" charset="0"/>
            </a:endParaRPr>
          </a:p>
        </p:txBody>
      </p:sp>
    </p:spTree>
    <p:extLst>
      <p:ext uri="{BB962C8B-B14F-4D97-AF65-F5344CB8AC3E}">
        <p14:creationId xmlns:p14="http://schemas.microsoft.com/office/powerpoint/2010/main" val="77005264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246"/>
        <p:cNvGrpSpPr/>
        <p:nvPr/>
      </p:nvGrpSpPr>
      <p:grpSpPr>
        <a:xfrm>
          <a:off x="0" y="0"/>
          <a:ext cx="0" cy="0"/>
          <a:chOff x="0" y="0"/>
          <a:chExt cx="0" cy="0"/>
        </a:xfrm>
      </p:grpSpPr>
      <p:sp>
        <p:nvSpPr>
          <p:cNvPr id="249" name="Google Shape;249;p45"/>
          <p:cNvSpPr txBox="1">
            <a:spLocks noGrp="1"/>
          </p:cNvSpPr>
          <p:nvPr>
            <p:ph type="title" idx="4294967295"/>
          </p:nvPr>
        </p:nvSpPr>
        <p:spPr>
          <a:xfrm>
            <a:off x="678198" y="375386"/>
            <a:ext cx="4162425" cy="23749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US" dirty="0">
                <a:solidFill>
                  <a:schemeClr val="lt1"/>
                </a:solidFill>
              </a:rPr>
              <a:t>Great Minds Think Unalike And Learn Differently</a:t>
            </a:r>
            <a:br>
              <a:rPr lang="en-US" dirty="0">
                <a:solidFill>
                  <a:schemeClr val="lt1"/>
                </a:solidFill>
              </a:rPr>
            </a:br>
            <a:br>
              <a:rPr lang="en-US" dirty="0">
                <a:solidFill>
                  <a:schemeClr val="lt1"/>
                </a:solidFill>
              </a:rPr>
            </a:br>
            <a:r>
              <a:rPr lang="en-US" dirty="0">
                <a:solidFill>
                  <a:schemeClr val="lt1"/>
                </a:solidFill>
              </a:rPr>
              <a:t>Representation Matters!</a:t>
            </a:r>
          </a:p>
        </p:txBody>
      </p:sp>
      <p:sp>
        <p:nvSpPr>
          <p:cNvPr id="2" name="TextBox 1">
            <a:extLst>
              <a:ext uri="{FF2B5EF4-FFF2-40B4-BE49-F238E27FC236}">
                <a16:creationId xmlns:a16="http://schemas.microsoft.com/office/drawing/2014/main" id="{8C7BAB18-F324-C400-1D2A-87FF80352A77}"/>
              </a:ext>
            </a:extLst>
          </p:cNvPr>
          <p:cNvSpPr txBox="1"/>
          <p:nvPr/>
        </p:nvSpPr>
        <p:spPr>
          <a:xfrm>
            <a:off x="139750" y="1562836"/>
            <a:ext cx="5048443" cy="2492990"/>
          </a:xfrm>
          <a:prstGeom prst="rect">
            <a:avLst/>
          </a:prstGeom>
          <a:noFill/>
        </p:spPr>
        <p:txBody>
          <a:bodyPr wrap="square" rtlCol="0">
            <a:spAutoFit/>
          </a:bodyPr>
          <a:lstStyle/>
          <a:p>
            <a:r>
              <a:rPr lang="en-US" sz="3000" dirty="0">
                <a:latin typeface="Google Sans" panose="020B0604020202020204" charset="0"/>
                <a:ea typeface="Google Sans" panose="020B0604020202020204" charset="0"/>
                <a:cs typeface="Google Sans" panose="020B0604020202020204" charset="0"/>
              </a:rPr>
              <a:t>Aim for higher SNR</a:t>
            </a:r>
          </a:p>
          <a:p>
            <a:endParaRPr lang="en-US" sz="3000" dirty="0">
              <a:latin typeface="Google Sans" panose="020B0604020202020204" charset="0"/>
              <a:ea typeface="Google Sans" panose="020B0604020202020204" charset="0"/>
              <a:cs typeface="Google Sans" panose="020B0604020202020204" charset="0"/>
            </a:endParaRPr>
          </a:p>
          <a:p>
            <a:r>
              <a:rPr lang="en-US" sz="3200" dirty="0">
                <a:solidFill>
                  <a:srgbClr val="000000"/>
                </a:solidFill>
                <a:highlight>
                  <a:srgbClr val="FFFFFF"/>
                </a:highlight>
                <a:latin typeface="Jost"/>
              </a:rPr>
              <a:t>M</a:t>
            </a:r>
            <a:r>
              <a:rPr lang="en-US" sz="3200" b="0" i="0" dirty="0">
                <a:solidFill>
                  <a:srgbClr val="000000"/>
                </a:solidFill>
                <a:effectLst/>
                <a:highlight>
                  <a:srgbClr val="FFFFFF"/>
                </a:highlight>
                <a:latin typeface="Jost"/>
              </a:rPr>
              <a:t>ore useful information (the signal) &gt;&gt;&gt;&gt;&gt;&gt; </a:t>
            </a:r>
          </a:p>
          <a:p>
            <a:r>
              <a:rPr lang="en-US" sz="3200" b="0" i="0" dirty="0">
                <a:solidFill>
                  <a:srgbClr val="000000"/>
                </a:solidFill>
                <a:effectLst/>
                <a:highlight>
                  <a:srgbClr val="FFFFFF"/>
                </a:highlight>
                <a:latin typeface="Jost"/>
              </a:rPr>
              <a:t>unwanted data (the noise)</a:t>
            </a:r>
            <a:endParaRPr lang="en-CA" sz="3000" dirty="0">
              <a:latin typeface="Google Sans" panose="020B0604020202020204" charset="0"/>
              <a:ea typeface="Google Sans" panose="020B0604020202020204" charset="0"/>
              <a:cs typeface="Google Sans" panose="020B0604020202020204" charset="0"/>
            </a:endParaRPr>
          </a:p>
        </p:txBody>
      </p:sp>
      <p:pic>
        <p:nvPicPr>
          <p:cNvPr id="1026" name="Picture 2" descr="Signal to Noise">
            <a:extLst>
              <a:ext uri="{FF2B5EF4-FFF2-40B4-BE49-F238E27FC236}">
                <a16:creationId xmlns:a16="http://schemas.microsoft.com/office/drawing/2014/main" id="{917CA62F-8328-BD4F-F015-39964B19E9D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361374" y="352425"/>
            <a:ext cx="3333750" cy="44386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4586593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246"/>
        <p:cNvGrpSpPr/>
        <p:nvPr/>
      </p:nvGrpSpPr>
      <p:grpSpPr>
        <a:xfrm>
          <a:off x="0" y="0"/>
          <a:ext cx="0" cy="0"/>
          <a:chOff x="0" y="0"/>
          <a:chExt cx="0" cy="0"/>
        </a:xfrm>
      </p:grpSpPr>
      <p:sp>
        <p:nvSpPr>
          <p:cNvPr id="249" name="Google Shape;249;p45"/>
          <p:cNvSpPr txBox="1">
            <a:spLocks noGrp="1"/>
          </p:cNvSpPr>
          <p:nvPr>
            <p:ph type="title" idx="4294967295"/>
          </p:nvPr>
        </p:nvSpPr>
        <p:spPr>
          <a:xfrm>
            <a:off x="0" y="1019175"/>
            <a:ext cx="4200525" cy="2586038"/>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US" dirty="0">
                <a:solidFill>
                  <a:schemeClr val="lt1"/>
                </a:solidFill>
              </a:rPr>
              <a:t>A design with inclusivity and neurodiversity in mind is not just ‘nice to have’ – it’s imperative</a:t>
            </a:r>
          </a:p>
        </p:txBody>
      </p:sp>
      <p:pic>
        <p:nvPicPr>
          <p:cNvPr id="4100" name="Picture 4" descr="An Introduction to Human-Centered Design">
            <a:extLst>
              <a:ext uri="{FF2B5EF4-FFF2-40B4-BE49-F238E27FC236}">
                <a16:creationId xmlns:a16="http://schemas.microsoft.com/office/drawing/2014/main" id="{414D396F-35BC-F18E-94DE-919BACD7CD1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943477" y="1131236"/>
            <a:ext cx="3918024" cy="2730917"/>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B15CACCB-BE19-28D2-A483-E39AB111606D}"/>
              </a:ext>
            </a:extLst>
          </p:cNvPr>
          <p:cNvSpPr txBox="1"/>
          <p:nvPr/>
        </p:nvSpPr>
        <p:spPr>
          <a:xfrm>
            <a:off x="540327" y="1427018"/>
            <a:ext cx="4336473" cy="1938992"/>
          </a:xfrm>
          <a:prstGeom prst="rect">
            <a:avLst/>
          </a:prstGeom>
          <a:noFill/>
        </p:spPr>
        <p:txBody>
          <a:bodyPr wrap="square" rtlCol="0">
            <a:spAutoFit/>
          </a:bodyPr>
          <a:lstStyle/>
          <a:p>
            <a:r>
              <a:rPr lang="en-US" sz="3000" dirty="0">
                <a:latin typeface="Google Sans" panose="020B0604020202020204" charset="0"/>
                <a:ea typeface="Google Sans" panose="020B0604020202020204" charset="0"/>
                <a:cs typeface="Google Sans" panose="020B0604020202020204" charset="0"/>
              </a:rPr>
              <a:t>A design with inclusivity and neurodiversity in mind is not just ‘nice to have’ – it’s imperative</a:t>
            </a:r>
            <a:endParaRPr lang="en-CA" sz="3000" dirty="0">
              <a:latin typeface="Google Sans" panose="020B0604020202020204" charset="0"/>
              <a:ea typeface="Google Sans" panose="020B0604020202020204" charset="0"/>
              <a:cs typeface="Google Sans" panose="020B0604020202020204" charset="0"/>
            </a:endParaRPr>
          </a:p>
        </p:txBody>
      </p:sp>
    </p:spTree>
    <p:extLst>
      <p:ext uri="{BB962C8B-B14F-4D97-AF65-F5344CB8AC3E}">
        <p14:creationId xmlns:p14="http://schemas.microsoft.com/office/powerpoint/2010/main" val="382049365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085128B-CD7D-E26A-7E37-54947783668A}"/>
              </a:ext>
            </a:extLst>
          </p:cNvPr>
          <p:cNvSpPr txBox="1"/>
          <p:nvPr/>
        </p:nvSpPr>
        <p:spPr>
          <a:xfrm>
            <a:off x="691376" y="369723"/>
            <a:ext cx="7062439" cy="646331"/>
          </a:xfrm>
          <a:prstGeom prst="rect">
            <a:avLst/>
          </a:prstGeom>
          <a:noFill/>
        </p:spPr>
        <p:txBody>
          <a:bodyPr wrap="square">
            <a:spAutoFit/>
          </a:bodyPr>
          <a:lstStyle/>
          <a:p>
            <a:r>
              <a:rPr lang="en-CA" sz="3600" dirty="0">
                <a:latin typeface="Google Sans" panose="020B0503030502040204" pitchFamily="34" charset="0"/>
              </a:rPr>
              <a:t>Accessibility is more than a ramp</a:t>
            </a:r>
          </a:p>
        </p:txBody>
      </p:sp>
      <p:sp>
        <p:nvSpPr>
          <p:cNvPr id="4" name="TextBox 3">
            <a:extLst>
              <a:ext uri="{FF2B5EF4-FFF2-40B4-BE49-F238E27FC236}">
                <a16:creationId xmlns:a16="http://schemas.microsoft.com/office/drawing/2014/main" id="{D4B1A4FB-570E-5FA1-5C05-AA2F7999BCD5}"/>
              </a:ext>
            </a:extLst>
          </p:cNvPr>
          <p:cNvSpPr txBox="1"/>
          <p:nvPr/>
        </p:nvSpPr>
        <p:spPr>
          <a:xfrm>
            <a:off x="750849" y="1970049"/>
            <a:ext cx="7740119" cy="1569660"/>
          </a:xfrm>
          <a:prstGeom prst="rect">
            <a:avLst/>
          </a:prstGeom>
          <a:noFill/>
        </p:spPr>
        <p:txBody>
          <a:bodyPr wrap="square" rtlCol="0">
            <a:spAutoFit/>
          </a:bodyPr>
          <a:lstStyle/>
          <a:p>
            <a:r>
              <a:rPr lang="en-US" sz="3000" dirty="0">
                <a:latin typeface="Google Sans" panose="020B0503030502040204" pitchFamily="34" charset="0"/>
              </a:rPr>
              <a:t>Designing for 'disability first’ often uncovers solutions that help everyone.</a:t>
            </a:r>
          </a:p>
          <a:p>
            <a:endParaRPr lang="en-US" dirty="0"/>
          </a:p>
          <a:p>
            <a:endParaRPr lang="en-CA" dirty="0"/>
          </a:p>
        </p:txBody>
      </p:sp>
    </p:spTree>
    <p:extLst>
      <p:ext uri="{BB962C8B-B14F-4D97-AF65-F5344CB8AC3E}">
        <p14:creationId xmlns:p14="http://schemas.microsoft.com/office/powerpoint/2010/main" val="113419111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246"/>
        <p:cNvGrpSpPr/>
        <p:nvPr/>
      </p:nvGrpSpPr>
      <p:grpSpPr>
        <a:xfrm>
          <a:off x="0" y="0"/>
          <a:ext cx="0" cy="0"/>
          <a:chOff x="0" y="0"/>
          <a:chExt cx="0" cy="0"/>
        </a:xfrm>
      </p:grpSpPr>
      <p:sp>
        <p:nvSpPr>
          <p:cNvPr id="249" name="Google Shape;249;p45"/>
          <p:cNvSpPr txBox="1">
            <a:spLocks noGrp="1"/>
          </p:cNvSpPr>
          <p:nvPr>
            <p:ph type="title" idx="4294967295"/>
          </p:nvPr>
        </p:nvSpPr>
        <p:spPr>
          <a:xfrm>
            <a:off x="678198" y="375386"/>
            <a:ext cx="4162425" cy="23749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US" dirty="0">
                <a:solidFill>
                  <a:schemeClr val="lt1"/>
                </a:solidFill>
              </a:rPr>
              <a:t>Great Minds Think Unalike And Learn Differently</a:t>
            </a:r>
            <a:br>
              <a:rPr lang="en-US" dirty="0">
                <a:solidFill>
                  <a:schemeClr val="lt1"/>
                </a:solidFill>
              </a:rPr>
            </a:br>
            <a:br>
              <a:rPr lang="en-US" dirty="0">
                <a:solidFill>
                  <a:schemeClr val="lt1"/>
                </a:solidFill>
              </a:rPr>
            </a:br>
            <a:r>
              <a:rPr lang="en-US" dirty="0">
                <a:solidFill>
                  <a:schemeClr val="lt1"/>
                </a:solidFill>
              </a:rPr>
              <a:t>Representation Matters!</a:t>
            </a:r>
          </a:p>
        </p:txBody>
      </p:sp>
      <p:pic>
        <p:nvPicPr>
          <p:cNvPr id="3076" name="Picture 4" descr="HR Magazine - Neurodiversity: a legal perspective">
            <a:extLst>
              <a:ext uri="{FF2B5EF4-FFF2-40B4-BE49-F238E27FC236}">
                <a16:creationId xmlns:a16="http://schemas.microsoft.com/office/drawing/2014/main" id="{5F397980-4E1C-215A-79DE-80341C083B3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72000" y="1175897"/>
            <a:ext cx="3471747" cy="2791705"/>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C7BAB18-F324-C400-1D2A-87FF80352A77}"/>
              </a:ext>
            </a:extLst>
          </p:cNvPr>
          <p:cNvSpPr txBox="1"/>
          <p:nvPr/>
        </p:nvSpPr>
        <p:spPr>
          <a:xfrm>
            <a:off x="468351" y="1220677"/>
            <a:ext cx="3694771" cy="2862322"/>
          </a:xfrm>
          <a:prstGeom prst="rect">
            <a:avLst/>
          </a:prstGeom>
          <a:noFill/>
        </p:spPr>
        <p:txBody>
          <a:bodyPr wrap="square" rtlCol="0">
            <a:spAutoFit/>
          </a:bodyPr>
          <a:lstStyle/>
          <a:p>
            <a:r>
              <a:rPr lang="en-US" sz="3000" dirty="0">
                <a:latin typeface="Google Sans" panose="020B0604020202020204" charset="0"/>
                <a:ea typeface="Google Sans" panose="020B0604020202020204" charset="0"/>
                <a:cs typeface="Google Sans" panose="020B0604020202020204" charset="0"/>
              </a:rPr>
              <a:t>Great Minds Think Unalike And Learn Differently</a:t>
            </a:r>
            <a:br>
              <a:rPr lang="en-US" sz="3000" dirty="0">
                <a:latin typeface="Google Sans" panose="020B0604020202020204" charset="0"/>
                <a:ea typeface="Google Sans" panose="020B0604020202020204" charset="0"/>
                <a:cs typeface="Google Sans" panose="020B0604020202020204" charset="0"/>
              </a:rPr>
            </a:br>
            <a:br>
              <a:rPr lang="en-US" sz="3000" dirty="0">
                <a:latin typeface="Google Sans" panose="020B0604020202020204" charset="0"/>
                <a:ea typeface="Google Sans" panose="020B0604020202020204" charset="0"/>
                <a:cs typeface="Google Sans" panose="020B0604020202020204" charset="0"/>
              </a:rPr>
            </a:br>
            <a:r>
              <a:rPr lang="en-US" sz="3000" dirty="0">
                <a:latin typeface="Google Sans" panose="020B0604020202020204" charset="0"/>
                <a:ea typeface="Google Sans" panose="020B0604020202020204" charset="0"/>
                <a:cs typeface="Google Sans" panose="020B0604020202020204" charset="0"/>
              </a:rPr>
              <a:t>Representation Matters!</a:t>
            </a:r>
            <a:endParaRPr lang="en-CA" sz="3000" dirty="0">
              <a:latin typeface="Google Sans" panose="020B0604020202020204" charset="0"/>
              <a:ea typeface="Google Sans" panose="020B0604020202020204" charset="0"/>
              <a:cs typeface="Google Sans" panose="020B0604020202020204" charset="0"/>
            </a:endParaRPr>
          </a:p>
        </p:txBody>
      </p:sp>
    </p:spTree>
    <p:extLst>
      <p:ext uri="{BB962C8B-B14F-4D97-AF65-F5344CB8AC3E}">
        <p14:creationId xmlns:p14="http://schemas.microsoft.com/office/powerpoint/2010/main" val="46675086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84"/>
        <p:cNvGrpSpPr/>
        <p:nvPr/>
      </p:nvGrpSpPr>
      <p:grpSpPr>
        <a:xfrm>
          <a:off x="0" y="0"/>
          <a:ext cx="0" cy="0"/>
          <a:chOff x="0" y="0"/>
          <a:chExt cx="0" cy="0"/>
        </a:xfrm>
      </p:grpSpPr>
      <p:pic>
        <p:nvPicPr>
          <p:cNvPr id="3" name="Picture 2">
            <a:extLst>
              <a:ext uri="{FF2B5EF4-FFF2-40B4-BE49-F238E27FC236}">
                <a16:creationId xmlns:a16="http://schemas.microsoft.com/office/drawing/2014/main" id="{31DD495C-BFDE-D09E-780C-08317F70A58E}"/>
              </a:ext>
            </a:extLst>
          </p:cNvPr>
          <p:cNvPicPr>
            <a:picLocks noChangeAspect="1"/>
          </p:cNvPicPr>
          <p:nvPr/>
        </p:nvPicPr>
        <p:blipFill>
          <a:blip r:embed="rId3"/>
          <a:stretch>
            <a:fillRect/>
          </a:stretch>
        </p:blipFill>
        <p:spPr>
          <a:xfrm>
            <a:off x="0" y="-1"/>
            <a:ext cx="9209903" cy="5663685"/>
          </a:xfrm>
          <a:prstGeom prst="rect">
            <a:avLst/>
          </a:prstGeom>
        </p:spPr>
      </p:pic>
    </p:spTree>
    <p:extLst>
      <p:ext uri="{BB962C8B-B14F-4D97-AF65-F5344CB8AC3E}">
        <p14:creationId xmlns:p14="http://schemas.microsoft.com/office/powerpoint/2010/main" val="74756155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41EDB01-7B92-C411-D38D-3139915E7025}"/>
              </a:ext>
            </a:extLst>
          </p:cNvPr>
          <p:cNvSpPr txBox="1">
            <a:spLocks noGrp="1"/>
          </p:cNvSpPr>
          <p:nvPr>
            <p:ph type="title"/>
          </p:nvPr>
        </p:nvSpPr>
        <p:spPr>
          <a:xfrm>
            <a:off x="1960563" y="1803400"/>
            <a:ext cx="2808287" cy="755650"/>
          </a:xfrm>
          <a:prstGeom prst="rect">
            <a:avLst/>
          </a:prstGeom>
          <a:noFill/>
        </p:spPr>
        <p:txBody>
          <a:bodyPr wrap="square" rtlCol="0">
            <a:spAutoFit/>
          </a:bodyPr>
          <a:lstStyle/>
          <a:p>
            <a:pPr algn="l"/>
            <a:r>
              <a:rPr lang="en-US" sz="4000" b="1" i="0" dirty="0">
                <a:solidFill>
                  <a:srgbClr val="1E0A3C"/>
                </a:solidFill>
                <a:effectLst/>
                <a:latin typeface="Neue Plak"/>
              </a:rPr>
              <a:t>Thank you </a:t>
            </a:r>
            <a:endParaRPr lang="en-CA" dirty="0"/>
          </a:p>
        </p:txBody>
      </p:sp>
      <p:pic>
        <p:nvPicPr>
          <p:cNvPr id="5" name="Graphic 4" descr="Butterfly with solid fill">
            <a:extLst>
              <a:ext uri="{FF2B5EF4-FFF2-40B4-BE49-F238E27FC236}">
                <a16:creationId xmlns:a16="http://schemas.microsoft.com/office/drawing/2014/main" id="{DA08D357-BCFF-B24F-ECED-659B9FEB7DF1}"/>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4653355" y="1724025"/>
            <a:ext cx="914400" cy="914400"/>
          </a:xfrm>
          <a:prstGeom prst="rect">
            <a:avLst/>
          </a:prstGeom>
        </p:spPr>
      </p:pic>
    </p:spTree>
    <p:extLst>
      <p:ext uri="{BB962C8B-B14F-4D97-AF65-F5344CB8AC3E}">
        <p14:creationId xmlns:p14="http://schemas.microsoft.com/office/powerpoint/2010/main" val="96106325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Shape 246"/>
        <p:cNvGrpSpPr/>
        <p:nvPr/>
      </p:nvGrpSpPr>
      <p:grpSpPr>
        <a:xfrm>
          <a:off x="0" y="0"/>
          <a:ext cx="0" cy="0"/>
          <a:chOff x="0" y="0"/>
          <a:chExt cx="0" cy="0"/>
        </a:xfrm>
      </p:grpSpPr>
      <p:pic>
        <p:nvPicPr>
          <p:cNvPr id="2052" name="Picture 4" descr="Thank you for watching our presentation - Minions | Make a Meme">
            <a:extLst>
              <a:ext uri="{FF2B5EF4-FFF2-40B4-BE49-F238E27FC236}">
                <a16:creationId xmlns:a16="http://schemas.microsoft.com/office/drawing/2014/main" id="{D717940E-B1B7-60EE-1AF7-2A08C711B02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65817" y="657457"/>
            <a:ext cx="5715000" cy="3962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6335815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600</TotalTime>
  <Words>1060</Words>
  <Application>Microsoft Office PowerPoint</Application>
  <PresentationFormat>On-screen Show (16:9)</PresentationFormat>
  <Paragraphs>111</Paragraphs>
  <Slides>50</Slides>
  <Notes>31</Notes>
  <HiddenSlides>6</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50</vt:i4>
      </vt:variant>
    </vt:vector>
  </HeadingPairs>
  <TitlesOfParts>
    <vt:vector size="60" baseType="lpstr">
      <vt:lpstr>Roboto Mono Light</vt:lpstr>
      <vt:lpstr>Calibri</vt:lpstr>
      <vt:lpstr>Neue Plak</vt:lpstr>
      <vt:lpstr>open sans</vt:lpstr>
      <vt:lpstr>Jost</vt:lpstr>
      <vt:lpstr>Google Sans</vt:lpstr>
      <vt:lpstr>Merriweather</vt:lpstr>
      <vt:lpstr>Calibri Light</vt:lpstr>
      <vt:lpstr>Arial</vt:lpstr>
      <vt:lpstr>Office Theme</vt:lpstr>
      <vt:lpstr>Designing for Neurodiversity, Empathy, Human Centric Design and Inclusion in Software Applications  </vt:lpstr>
      <vt:lpstr>PowerPoint Presentation</vt:lpstr>
      <vt:lpstr>PowerPoint Presentation</vt:lpstr>
      <vt:lpstr>PowerPoint Presentation</vt:lpstr>
      <vt:lpstr>PowerPoint Presentation</vt:lpstr>
      <vt:lpstr>Glossophobia</vt:lpstr>
      <vt:lpstr>Before November 30, 2022 and After</vt:lpstr>
      <vt:lpstr>PowerPoint Presentation</vt:lpstr>
      <vt:lpstr>PowerPoint Presentation</vt:lpstr>
      <vt:lpstr>This presentation is for everyone!</vt:lpstr>
      <vt:lpstr>PowerPoint Presentation</vt:lpstr>
      <vt:lpstr>What is Neurodiversity?  Accessibility vs ND  Guidelines for Design  Concluding Remarks </vt:lpstr>
      <vt:lpstr>PowerPoint Presentation</vt:lpstr>
      <vt:lpstr>PowerPoint Presentation</vt:lpstr>
      <vt:lpstr>PowerPoint Presentation</vt:lpstr>
      <vt:lpstr>PowerPoint Presentation</vt:lpstr>
      <vt:lpstr>PowerPoint Presentation</vt:lpstr>
      <vt:lpstr>PowerPoint Presentation</vt:lpstr>
      <vt:lpstr>Implement a Forgiving Format to Accommodate Users’ Mistakes</vt:lpstr>
      <vt:lpstr>Be kind and forgiving  Grammarly - Disneyland of Spelling </vt:lpstr>
      <vt:lpstr>Forgot attachment?</vt:lpstr>
      <vt:lpstr>Create Abundance; Not redundance</vt:lpstr>
      <vt:lpstr>           Universal Design Foods (UDF)                  Nursery to Nursing</vt:lpstr>
      <vt:lpstr>PowerPoint Presentation</vt:lpstr>
      <vt:lpstr>PowerPoint Presentation</vt:lpstr>
      <vt:lpstr>Canary in the coalmine</vt:lpstr>
      <vt:lpstr>Often the first to sense danger akin to canaries in the coal mine    Preventing miscommunication and not overwhelming the users</vt:lpstr>
      <vt:lpstr>Often the first to sense danger akin to canaries in the coal mine    Preventing miscommunication and not overwhelming the users</vt:lpstr>
      <vt:lpstr>Guidelines</vt:lpstr>
      <vt:lpstr>PowerPoint Presentation</vt:lpstr>
      <vt:lpstr>PowerPoint Presentation</vt:lpstr>
      <vt:lpstr>PowerPoint Presentation</vt:lpstr>
      <vt:lpstr>  Avoid autoplay  Unexpected movement is surprising and scary, not to mention the sound! Psstt I startle a lot!  Add subtitles and captions  </vt:lpstr>
      <vt:lpstr>Aim to visually please, rather than disturb.  Abstain from auto play in websites and music that suddenly appears out of nowhere.  Skip highly vibrant colors.  Perform user testing and focus groups with ND users.  </vt:lpstr>
      <vt:lpstr>Context is the king err queen</vt:lpstr>
      <vt:lpstr>Protanopia - Colour Blindness</vt:lpstr>
      <vt:lpstr>PowerPoint Presentation</vt:lpstr>
      <vt:lpstr>Takeaways</vt:lpstr>
      <vt:lpstr>PowerPoint Presentation</vt:lpstr>
      <vt:lpstr>PowerPoint Presentation</vt:lpstr>
      <vt:lpstr>PowerPoint Presentation</vt:lpstr>
      <vt:lpstr>Great Minds Think Unalike And Learn Differently  Representation Matters!</vt:lpstr>
      <vt:lpstr>PowerPoint Presentation</vt:lpstr>
      <vt:lpstr>Great Minds Think Unalike And Learn Differently  Representation Matters!</vt:lpstr>
      <vt:lpstr>A design with inclusivity and neurodiversity in mind is not just ‘nice to have’ – it’s imperative</vt:lpstr>
      <vt:lpstr>PowerPoint Presentation</vt:lpstr>
      <vt:lpstr>Great Minds Think Unalike And Learn Differently  Representation Matters!</vt:lpstr>
      <vt:lpstr>PowerPoint Presentation</vt:lpstr>
      <vt:lpstr>Thank you </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Vaishnavi</cp:lastModifiedBy>
  <cp:revision>65</cp:revision>
  <dcterms:modified xsi:type="dcterms:W3CDTF">2025-03-25T01:49:08Z</dcterms:modified>
</cp:coreProperties>
</file>